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13"/>
  </p:notesMasterIdLst>
  <p:handoutMasterIdLst>
    <p:handoutMasterId r:id="rId14"/>
  </p:handoutMasterIdLst>
  <p:sldIdLst>
    <p:sldId id="256" r:id="rId5"/>
    <p:sldId id="265" r:id="rId6"/>
    <p:sldId id="274" r:id="rId7"/>
    <p:sldId id="271" r:id="rId8"/>
    <p:sldId id="266" r:id="rId9"/>
    <p:sldId id="275" r:id="rId10"/>
    <p:sldId id="273"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C95798-E24F-00F6-12CB-E625AF0B9030}" v="100" dt="2026-03-26T12:13:04.430"/>
    <p1510:client id="{160F4D1D-AF17-DF27-DF0F-08A3715AA54F}" v="21" dt="2026-03-26T08:11:13.436"/>
    <p1510:client id="{40B868B1-D57A-A086-15AA-44DE45E5ED05}" v="3" dt="2026-03-24T20:11:12.871"/>
    <p1510:client id="{49838EE3-DD9A-8A53-D06C-D81981EADF87}" v="324" dt="2026-03-24T16:33:36.836"/>
    <p1510:client id="{81E30AA8-3476-21F3-0FB8-372F67F7F536}" v="10" dt="2026-03-25T14:03:34.574"/>
    <p1510:client id="{9BDAB017-3AC1-0336-1A48-BE97EE31EEBA}" v="500" dt="2026-03-26T13:18:18.071"/>
    <p1510:client id="{D398A8D5-01B9-E176-ABA0-E5EE4A2F3387}" v="55" dt="2026-03-26T14:20:26.959"/>
    <p1510:client id="{D6AEE193-199C-20EB-1BCF-870980657E67}" v="9" dt="2026-03-25T16:33:47.8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F03B4C-7222-461B-BA71-2B563A44950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6015D50-859B-4A21-BBA7-D227472F19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B51ED0-8724-4321-9903-1B6C4397769A}" type="datetimeFigureOut">
              <a:rPr lang="en-US" smtClean="0"/>
              <a:t>3/26/2026</a:t>
            </a:fld>
            <a:endParaRPr lang="en-US"/>
          </a:p>
        </p:txBody>
      </p:sp>
      <p:sp>
        <p:nvSpPr>
          <p:cNvPr id="4" name="Footer Placeholder 3">
            <a:extLst>
              <a:ext uri="{FF2B5EF4-FFF2-40B4-BE49-F238E27FC236}">
                <a16:creationId xmlns:a16="http://schemas.microsoft.com/office/drawing/2014/main" id="{B414EAD1-5CAB-421B-B5BB-2FAE33EA585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83925FF-73DD-4112-9C15-8EAFF2E8C9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E6D71AD-4225-439B-B0AF-FF523CEDEDCF}" type="slidenum">
              <a:rPr lang="en-US" smtClean="0"/>
              <a:t>‹#›</a:t>
            </a:fld>
            <a:endParaRPr lang="en-US"/>
          </a:p>
        </p:txBody>
      </p:sp>
    </p:spTree>
    <p:extLst>
      <p:ext uri="{BB962C8B-B14F-4D97-AF65-F5344CB8AC3E}">
        <p14:creationId xmlns:p14="http://schemas.microsoft.com/office/powerpoint/2010/main" val="19060384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14778D-F34E-4BE4-9B6B-598D2E739C81}" type="datetimeFigureOut">
              <a:rPr lang="en-US" smtClean="0"/>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553C36-AE66-42A1-BA56-51FF7F8C862C}" type="slidenum">
              <a:rPr lang="en-US" smtClean="0"/>
              <a:t>‹#›</a:t>
            </a:fld>
            <a:endParaRPr lang="en-US"/>
          </a:p>
        </p:txBody>
      </p:sp>
    </p:spTree>
    <p:extLst>
      <p:ext uri="{BB962C8B-B14F-4D97-AF65-F5344CB8AC3E}">
        <p14:creationId xmlns:p14="http://schemas.microsoft.com/office/powerpoint/2010/main" val="1946386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Both works also confirm: the core vulnerability unauthenticated broadcast persists in 5G despite </a:t>
            </a:r>
            <a:r>
              <a:rPr lang="en-US" err="1"/>
              <a:t>othersecurity</a:t>
            </a:r>
            <a:r>
              <a:rPr lang="en-US"/>
              <a:t> improvements</a:t>
            </a:r>
            <a:br>
              <a:rPr lang="en-US">
                <a:cs typeface="+mn-lt"/>
              </a:rPr>
            </a:br>
            <a:r>
              <a:rPr lang="en-US"/>
              <a:t>it is protocol-mandated to process the emergency notification</a:t>
            </a:r>
            <a:endParaRPr lang="en-US">
              <a:ea typeface="Calibri"/>
              <a:cs typeface="Calibri"/>
            </a:endParaRPr>
          </a:p>
        </p:txBody>
      </p:sp>
      <p:sp>
        <p:nvSpPr>
          <p:cNvPr id="4" name="Slide Number Placeholder 3"/>
          <p:cNvSpPr>
            <a:spLocks noGrp="1"/>
          </p:cNvSpPr>
          <p:nvPr>
            <p:ph type="sldNum" sz="quarter" idx="5"/>
          </p:nvPr>
        </p:nvSpPr>
        <p:spPr/>
        <p:txBody>
          <a:bodyPr/>
          <a:lstStyle/>
          <a:p>
            <a:fld id="{F9553C36-AE66-42A1-BA56-51FF7F8C862C}" type="slidenum">
              <a:rPr lang="en-US" smtClean="0"/>
              <a:t>4</a:t>
            </a:fld>
            <a:endParaRPr lang="en-US"/>
          </a:p>
        </p:txBody>
      </p:sp>
    </p:spTree>
    <p:extLst>
      <p:ext uri="{BB962C8B-B14F-4D97-AF65-F5344CB8AC3E}">
        <p14:creationId xmlns:p14="http://schemas.microsoft.com/office/powerpoint/2010/main" val="3709019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F9553C36-AE66-42A1-BA56-51FF7F8C862C}" type="slidenum">
              <a:rPr lang="en-US" smtClean="0"/>
              <a:t>5</a:t>
            </a:fld>
            <a:endParaRPr lang="en-US"/>
          </a:p>
        </p:txBody>
      </p:sp>
    </p:spTree>
    <p:extLst>
      <p:ext uri="{BB962C8B-B14F-4D97-AF65-F5344CB8AC3E}">
        <p14:creationId xmlns:p14="http://schemas.microsoft.com/office/powerpoint/2010/main" val="1737806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F9553C36-AE66-42A1-BA56-51FF7F8C862C}" type="slidenum">
              <a:rPr lang="en-US" smtClean="0"/>
              <a:t>7</a:t>
            </a:fld>
            <a:endParaRPr lang="en-US"/>
          </a:p>
        </p:txBody>
      </p:sp>
    </p:spTree>
    <p:extLst>
      <p:ext uri="{BB962C8B-B14F-4D97-AF65-F5344CB8AC3E}">
        <p14:creationId xmlns:p14="http://schemas.microsoft.com/office/powerpoint/2010/main" val="4216584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hasCustomPrompt="1"/>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Calibri" panose="020F0502020204030204" pitchFamily="34" charset="0"/>
                <a:ea typeface="+mn-ea"/>
                <a:cs typeface="+mn-cs"/>
              </a:defRPr>
            </a:lvl1pPr>
          </a:lstStyle>
          <a:p>
            <a:r>
              <a:rPr lang="en-US"/>
              <a:t>Click to edit master title style</a:t>
            </a:r>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Calibri" panose="020F0502020204030204" pitchFamily="34" charset="0"/>
              </a:defRPr>
            </a:lvl1pPr>
          </a:lstStyle>
          <a:p>
            <a:r>
              <a:rPr lang="en-US"/>
              <a:t>20XX</a:t>
            </a:r>
          </a:p>
        </p:txBody>
      </p:sp>
    </p:spTree>
    <p:extLst>
      <p:ext uri="{BB962C8B-B14F-4D97-AF65-F5344CB8AC3E}">
        <p14:creationId xmlns:p14="http://schemas.microsoft.com/office/powerpoint/2010/main" val="1593465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91E8DE-0B9D-43A1-8977-59BEEC2C354B}"/>
              </a:ext>
              <a:ext uri="{C183D7F6-B498-43B3-948B-1728B52AA6E4}">
                <adec:decorative xmlns:adec="http://schemas.microsoft.com/office/drawing/2017/decorative" val="1"/>
              </a:ext>
            </a:extLst>
          </p:cNvPr>
          <p:cNvSpPr/>
          <p:nvPr userDrawn="1"/>
        </p:nvSpPr>
        <p:spPr>
          <a:xfrm>
            <a:off x="643337" y="643464"/>
            <a:ext cx="6269159" cy="5571072"/>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41DABDA3-AA10-4304-B3C8-D5B655DE3421}"/>
              </a:ext>
            </a:extLst>
          </p:cNvPr>
          <p:cNvSpPr>
            <a:spLocks noGrp="1"/>
          </p:cNvSpPr>
          <p:nvPr>
            <p:ph type="title"/>
          </p:nvPr>
        </p:nvSpPr>
        <p:spPr>
          <a:xfrm>
            <a:off x="1243631" y="1621998"/>
            <a:ext cx="5068567" cy="1301390"/>
          </a:xfrm>
        </p:spPr>
        <p:txBody>
          <a:bodyPr anchor="b"/>
          <a:lstStyle>
            <a:lvl1pPr algn="ctr">
              <a:defRPr>
                <a:solidFill>
                  <a:schemeClr val="bg1"/>
                </a:solidFill>
              </a:defRPr>
            </a:lvl1pPr>
          </a:lstStyle>
          <a:p>
            <a:r>
              <a:rPr lang="en-US"/>
              <a:t>Click to edit</a:t>
            </a:r>
          </a:p>
        </p:txBody>
      </p:sp>
      <p:sp>
        <p:nvSpPr>
          <p:cNvPr id="9" name="Subtitle 2" descr="Tag=AccentColor&#10;Flavor=Light&#10;Target=Text">
            <a:extLst>
              <a:ext uri="{FF2B5EF4-FFF2-40B4-BE49-F238E27FC236}">
                <a16:creationId xmlns:a16="http://schemas.microsoft.com/office/drawing/2014/main" id="{4CCFCCCF-0AEA-4D36-8B54-4C03F88D74AE}"/>
              </a:ext>
            </a:extLst>
          </p:cNvPr>
          <p:cNvSpPr>
            <a:spLocks noGrp="1"/>
          </p:cNvSpPr>
          <p:nvPr>
            <p:ph type="subTitle" idx="1"/>
          </p:nvPr>
        </p:nvSpPr>
        <p:spPr>
          <a:xfrm>
            <a:off x="1243633" y="3109652"/>
            <a:ext cx="5068567" cy="2395623"/>
          </a:xfrm>
        </p:spPr>
        <p:txBody>
          <a:bodyPr anchor="ctr">
            <a:normAutofit/>
          </a:bodyPr>
          <a:lstStyle>
            <a:lvl1pPr marL="0" indent="0" algn="ctr">
              <a:buNone/>
              <a:defRPr>
                <a:solidFill>
                  <a:schemeClr val="bg1"/>
                </a:solidFill>
              </a:defRPr>
            </a:lvl1pPr>
          </a:lstStyle>
          <a:p>
            <a:pPr>
              <a:lnSpc>
                <a:spcPct val="150000"/>
              </a:lnSpc>
            </a:pPr>
            <a:r>
              <a:rPr lang="en-US">
                <a:cs typeface="Calibri"/>
              </a:rPr>
              <a:t>Topic one</a:t>
            </a:r>
          </a:p>
          <a:p>
            <a:pPr>
              <a:lnSpc>
                <a:spcPct val="150000"/>
              </a:lnSpc>
            </a:pPr>
            <a:r>
              <a:rPr lang="en-US">
                <a:cs typeface="Calibri"/>
              </a:rPr>
              <a:t>Topic two</a:t>
            </a:r>
          </a:p>
          <a:p>
            <a:pPr>
              <a:lnSpc>
                <a:spcPct val="150000"/>
              </a:lnSpc>
            </a:pPr>
            <a:r>
              <a:rPr lang="en-US">
                <a:cs typeface="Calibri"/>
              </a:rPr>
              <a:t>Topic three</a:t>
            </a:r>
          </a:p>
          <a:p>
            <a:pPr>
              <a:lnSpc>
                <a:spcPct val="150000"/>
              </a:lnSpc>
            </a:pPr>
            <a:r>
              <a:rPr lang="en-US">
                <a:cs typeface="Calibri"/>
              </a:rPr>
              <a:t>Topic four</a:t>
            </a:r>
          </a:p>
          <a:p>
            <a:endParaRPr lang="en-US">
              <a:solidFill>
                <a:schemeClr val="tx1"/>
              </a:solidFill>
            </a:endParaRPr>
          </a:p>
        </p:txBody>
      </p:sp>
      <p:sp>
        <p:nvSpPr>
          <p:cNvPr id="22" name="Picture Placeholder 21">
            <a:extLst>
              <a:ext uri="{FF2B5EF4-FFF2-40B4-BE49-F238E27FC236}">
                <a16:creationId xmlns:a16="http://schemas.microsoft.com/office/drawing/2014/main" id="{27D11998-188A-4F5B-9931-8BA54D2802A5}"/>
              </a:ext>
            </a:extLst>
          </p:cNvPr>
          <p:cNvSpPr>
            <a:spLocks noGrp="1"/>
          </p:cNvSpPr>
          <p:nvPr>
            <p:ph type="pic" sz="quarter" idx="13"/>
          </p:nvPr>
        </p:nvSpPr>
        <p:spPr>
          <a:xfrm>
            <a:off x="7556500" y="641350"/>
            <a:ext cx="3998913" cy="2626784"/>
          </a:xfrm>
        </p:spPr>
        <p:txBody>
          <a:bodyPr/>
          <a:lstStyle/>
          <a:p>
            <a:endParaRPr lang="en-US"/>
          </a:p>
        </p:txBody>
      </p:sp>
      <p:sp>
        <p:nvSpPr>
          <p:cNvPr id="24" name="Picture Placeholder 23">
            <a:extLst>
              <a:ext uri="{FF2B5EF4-FFF2-40B4-BE49-F238E27FC236}">
                <a16:creationId xmlns:a16="http://schemas.microsoft.com/office/drawing/2014/main" id="{60F109E5-BC65-4431-A2E5-4A145EC7B38A}"/>
              </a:ext>
            </a:extLst>
          </p:cNvPr>
          <p:cNvSpPr>
            <a:spLocks noGrp="1"/>
          </p:cNvSpPr>
          <p:nvPr>
            <p:ph type="pic" sz="quarter" idx="14"/>
          </p:nvPr>
        </p:nvSpPr>
        <p:spPr>
          <a:xfrm>
            <a:off x="7554913" y="3606263"/>
            <a:ext cx="4000500" cy="2608269"/>
          </a:xfrm>
        </p:spPr>
        <p:txBody>
          <a:bodyPr/>
          <a:lstStyle/>
          <a:p>
            <a:endParaRPr lang="en-US"/>
          </a:p>
        </p:txBody>
      </p:sp>
      <p:sp>
        <p:nvSpPr>
          <p:cNvPr id="7" name="Rectangle 6">
            <a:extLst>
              <a:ext uri="{FF2B5EF4-FFF2-40B4-BE49-F238E27FC236}">
                <a16:creationId xmlns:a16="http://schemas.microsoft.com/office/drawing/2014/main" id="{9C304C15-0285-4F2C-8EFE-569AD8088EBA}"/>
              </a:ext>
              <a:ext uri="{C183D7F6-B498-43B3-948B-1728B52AA6E4}">
                <adec:decorative xmlns:adec="http://schemas.microsoft.com/office/drawing/2017/decorative" val="1"/>
              </a:ext>
            </a:extLst>
          </p:cNvPr>
          <p:cNvSpPr/>
          <p:nvPr userDrawn="1"/>
        </p:nvSpPr>
        <p:spPr>
          <a:xfrm>
            <a:off x="806116" y="809244"/>
            <a:ext cx="5943600" cy="5239512"/>
          </a:xfrm>
          <a:prstGeom prst="rect">
            <a:avLst/>
          </a:prstGeom>
          <a:noFill/>
          <a:ln w="6350" cap="sq" cmpd="sng" algn="ctr">
            <a:solidFill>
              <a:schemeClr val="bg1"/>
            </a:solidFill>
            <a:prstDash val="solid"/>
            <a:miter lim="800000"/>
          </a:ln>
          <a:effectLst/>
        </p:spPr>
      </p:sp>
      <p:sp>
        <p:nvSpPr>
          <p:cNvPr id="10" name="Rectangle 9">
            <a:extLst>
              <a:ext uri="{FF2B5EF4-FFF2-40B4-BE49-F238E27FC236}">
                <a16:creationId xmlns:a16="http://schemas.microsoft.com/office/drawing/2014/main" id="{C5A88504-58DC-4D6A-A3A2-46BBE92E4E08}"/>
              </a:ext>
              <a:ext uri="{C183D7F6-B498-43B3-948B-1728B52AA6E4}">
                <adec:decorative xmlns:adec="http://schemas.microsoft.com/office/drawing/2017/decorative" val="1"/>
              </a:ext>
            </a:extLst>
          </p:cNvPr>
          <p:cNvSpPr/>
          <p:nvPr userDrawn="1"/>
        </p:nvSpPr>
        <p:spPr>
          <a:xfrm>
            <a:off x="2817796"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Date Placeholder 17">
            <a:extLst>
              <a:ext uri="{FF2B5EF4-FFF2-40B4-BE49-F238E27FC236}">
                <a16:creationId xmlns:a16="http://schemas.microsoft.com/office/drawing/2014/main" id="{A7F1F606-F241-4665-957D-1EA108900290}"/>
              </a:ext>
            </a:extLst>
          </p:cNvPr>
          <p:cNvSpPr txBox="1">
            <a:spLocks/>
          </p:cNvSpPr>
          <p:nvPr userDrawn="1"/>
        </p:nvSpPr>
        <p:spPr>
          <a:xfrm>
            <a:off x="3000676" y="687140"/>
            <a:ext cx="1554480" cy="527213"/>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sz="1300">
                <a:solidFill>
                  <a:schemeClr val="bg1"/>
                </a:solidFill>
                <a:latin typeface="Calibri" panose="020F0502020204030204" pitchFamily="34" charset="0"/>
              </a:rPr>
              <a:t>20XX</a:t>
            </a:r>
          </a:p>
        </p:txBody>
      </p:sp>
      <p:grpSp>
        <p:nvGrpSpPr>
          <p:cNvPr id="3" name="Group 2">
            <a:extLst>
              <a:ext uri="{FF2B5EF4-FFF2-40B4-BE49-F238E27FC236}">
                <a16:creationId xmlns:a16="http://schemas.microsoft.com/office/drawing/2014/main" id="{86EAC8BD-D27F-41DF-AA93-5F96758285A5}"/>
              </a:ext>
              <a:ext uri="{C183D7F6-B498-43B3-948B-1728B52AA6E4}">
                <adec:decorative xmlns:adec="http://schemas.microsoft.com/office/drawing/2017/decorative" val="1"/>
              </a:ext>
            </a:extLst>
          </p:cNvPr>
          <p:cNvGrpSpPr/>
          <p:nvPr userDrawn="1"/>
        </p:nvGrpSpPr>
        <p:grpSpPr>
          <a:xfrm>
            <a:off x="2932096" y="640855"/>
            <a:ext cx="1691640" cy="645295"/>
            <a:chOff x="2932096" y="640855"/>
            <a:chExt cx="1691640" cy="645295"/>
          </a:xfrm>
        </p:grpSpPr>
        <p:cxnSp>
          <p:nvCxnSpPr>
            <p:cNvPr id="11" name="Straight Connector 10">
              <a:extLst>
                <a:ext uri="{FF2B5EF4-FFF2-40B4-BE49-F238E27FC236}">
                  <a16:creationId xmlns:a16="http://schemas.microsoft.com/office/drawing/2014/main" id="{29CEAE44-9527-4308-A77C-6C47315AD3A5}"/>
                </a:ext>
                <a:ext uri="{C183D7F6-B498-43B3-948B-1728B52AA6E4}">
                  <adec:decorative xmlns:adec="http://schemas.microsoft.com/office/drawing/2017/decorative" val="1"/>
                </a:ext>
              </a:extLst>
            </p:cNvPr>
            <p:cNvCxnSpPr/>
            <p:nvPr userDrawn="1"/>
          </p:nvCxnSpPr>
          <p:spPr>
            <a:xfrm>
              <a:off x="2932096"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BD50130-2E7D-4DC0-8382-B3958A945077}"/>
                </a:ext>
                <a:ext uri="{C183D7F6-B498-43B3-948B-1728B52AA6E4}">
                  <adec:decorative xmlns:adec="http://schemas.microsoft.com/office/drawing/2017/decorative" val="1"/>
                </a:ext>
              </a:extLst>
            </p:cNvPr>
            <p:cNvCxnSpPr/>
            <p:nvPr userDrawn="1"/>
          </p:nvCxnSpPr>
          <p:spPr>
            <a:xfrm>
              <a:off x="4623736"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55D961-339B-49BE-9281-3A8E81953FBD}"/>
                </a:ext>
                <a:ext uri="{C183D7F6-B498-43B3-948B-1728B52AA6E4}">
                  <adec:decorative xmlns:adec="http://schemas.microsoft.com/office/drawing/2017/decorative" val="1"/>
                </a:ext>
              </a:extLst>
            </p:cNvPr>
            <p:cNvCxnSpPr/>
            <p:nvPr userDrawn="1"/>
          </p:nvCxnSpPr>
          <p:spPr>
            <a:xfrm>
              <a:off x="2932096"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16" name="Footer Placeholder 18">
            <a:extLst>
              <a:ext uri="{FF2B5EF4-FFF2-40B4-BE49-F238E27FC236}">
                <a16:creationId xmlns:a16="http://schemas.microsoft.com/office/drawing/2014/main" id="{D2BAF328-75D1-490D-BF37-96EE6C0843E2}"/>
              </a:ext>
            </a:extLst>
          </p:cNvPr>
          <p:cNvSpPr txBox="1">
            <a:spLocks/>
          </p:cNvSpPr>
          <p:nvPr userDrawn="1"/>
        </p:nvSpPr>
        <p:spPr>
          <a:xfrm>
            <a:off x="1243632" y="5641118"/>
            <a:ext cx="5068569" cy="310819"/>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a:solidFill>
                  <a:schemeClr val="bg1"/>
                </a:solidFill>
                <a:latin typeface="Calibri" panose="020F0502020204030204" pitchFamily="34" charset="0"/>
              </a:rPr>
              <a:t>Sample Footer Text</a:t>
            </a:r>
          </a:p>
        </p:txBody>
      </p:sp>
      <p:sp>
        <p:nvSpPr>
          <p:cNvPr id="18" name="Slide Number Placeholder 21">
            <a:extLst>
              <a:ext uri="{FF2B5EF4-FFF2-40B4-BE49-F238E27FC236}">
                <a16:creationId xmlns:a16="http://schemas.microsoft.com/office/drawing/2014/main" id="{5A2A2B37-48E8-4C00-91B4-63F0C7AAE23F}"/>
              </a:ext>
            </a:extLst>
          </p:cNvPr>
          <p:cNvSpPr txBox="1">
            <a:spLocks/>
          </p:cNvSpPr>
          <p:nvPr userDrawn="1"/>
        </p:nvSpPr>
        <p:spPr>
          <a:xfrm>
            <a:off x="9443794" y="6392314"/>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fld id="{70B1FE82-5036-4003-B709-0840DA750BBE}" type="slidenum">
              <a:rPr lang="en-US" smtClean="0">
                <a:solidFill>
                  <a:srgbClr val="FFFFFF"/>
                </a:solidFill>
                <a:effectLst>
                  <a:outerShdw blurRad="50800" dist="38100" dir="2700000" algn="tl" rotWithShape="0">
                    <a:prstClr val="black">
                      <a:alpha val="43000"/>
                    </a:prstClr>
                  </a:outerShdw>
                </a:effectLst>
                <a:latin typeface="Calibri" panose="020F0502020204030204" pitchFamily="34" charset="0"/>
              </a:rPr>
              <a:pPr defTabSz="914400">
                <a:defRPr/>
              </a:pPr>
              <a:t>‹#›</a:t>
            </a:fld>
            <a:endParaRPr lang="en-US">
              <a:solidFill>
                <a:srgbClr val="FFFFFF"/>
              </a:solidFill>
              <a:effectLst>
                <a:outerShdw blurRad="50800" dist="38100" dir="2700000" algn="tl" rotWithShape="0">
                  <a:prstClr val="black">
                    <a:alpha val="43000"/>
                  </a:prstClr>
                </a:outerShdw>
              </a:effectLst>
              <a:latin typeface="Calibri" panose="020F0502020204030204" pitchFamily="34" charset="0"/>
            </a:endParaRPr>
          </a:p>
        </p:txBody>
      </p:sp>
    </p:spTree>
    <p:extLst>
      <p:ext uri="{BB962C8B-B14F-4D97-AF65-F5344CB8AC3E}">
        <p14:creationId xmlns:p14="http://schemas.microsoft.com/office/powerpoint/2010/main" val="676324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Sample Footer Text</a:t>
            </a:r>
          </a:p>
        </p:txBody>
      </p:sp>
      <p:sp>
        <p:nvSpPr>
          <p:cNvPr id="4" name="Date Placeholder 3"/>
          <p:cNvSpPr>
            <a:spLocks noGrp="1"/>
          </p:cNvSpPr>
          <p:nvPr>
            <p:ph type="dt" sz="half" idx="10"/>
          </p:nvPr>
        </p:nvSpPr>
        <p:spPr/>
        <p:txBody>
          <a:bodyPr/>
          <a:lstStyle>
            <a:lvl1pPr>
              <a:defRPr/>
            </a:lvl1pPr>
          </a:lstStyle>
          <a:p>
            <a:r>
              <a:rPr lang="en-US"/>
              <a:t>20XX</a:t>
            </a:r>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574202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eam">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5B0C2F6-1B8C-43CC-92A5-2D5502929FC9}"/>
              </a:ext>
              <a:ext uri="{C183D7F6-B498-43B3-948B-1728B52AA6E4}">
                <adec:decorative xmlns:adec="http://schemas.microsoft.com/office/drawing/2017/decorative" val="1"/>
              </a:ext>
            </a:extLst>
          </p:cNvPr>
          <p:cNvSpPr/>
          <p:nvPr userDrawn="1"/>
        </p:nvSpPr>
        <p:spPr>
          <a:xfrm>
            <a:off x="643349" y="648230"/>
            <a:ext cx="10905302" cy="1997060"/>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16983D5E-8A96-4276-9D60-66D16276D065}"/>
              </a:ext>
            </a:extLst>
          </p:cNvPr>
          <p:cNvSpPr>
            <a:spLocks noGrp="1"/>
          </p:cNvSpPr>
          <p:nvPr>
            <p:ph type="title"/>
          </p:nvPr>
        </p:nvSpPr>
        <p:spPr>
          <a:xfrm>
            <a:off x="912628" y="1057275"/>
            <a:ext cx="10366743" cy="1235895"/>
          </a:xfrm>
        </p:spPr>
        <p:txBody>
          <a:bodyPr/>
          <a:lstStyle>
            <a:lvl1pPr algn="ctr">
              <a:defRPr>
                <a:solidFill>
                  <a:schemeClr val="bg1"/>
                </a:solidFill>
              </a:defRPr>
            </a:lvl1pPr>
          </a:lstStyle>
          <a:p>
            <a:r>
              <a:rPr lang="en-US"/>
              <a:t>Click to edit Master title style</a:t>
            </a:r>
          </a:p>
        </p:txBody>
      </p:sp>
      <p:sp>
        <p:nvSpPr>
          <p:cNvPr id="7" name="Rectangle 6">
            <a:extLst>
              <a:ext uri="{FF2B5EF4-FFF2-40B4-BE49-F238E27FC236}">
                <a16:creationId xmlns:a16="http://schemas.microsoft.com/office/drawing/2014/main" id="{FC4707CC-694D-4162-B68A-B7D9345B3F32}"/>
              </a:ext>
              <a:ext uri="{C183D7F6-B498-43B3-948B-1728B52AA6E4}">
                <adec:decorative xmlns:adec="http://schemas.microsoft.com/office/drawing/2017/decorative" val="1"/>
              </a:ext>
            </a:extLst>
          </p:cNvPr>
          <p:cNvSpPr/>
          <p:nvPr userDrawn="1"/>
        </p:nvSpPr>
        <p:spPr>
          <a:xfrm>
            <a:off x="806196" y="814657"/>
            <a:ext cx="10579608" cy="1664208"/>
          </a:xfrm>
          <a:prstGeom prst="rect">
            <a:avLst/>
          </a:prstGeom>
          <a:noFill/>
          <a:ln w="6350" cap="sq" cmpd="sng" algn="ctr">
            <a:solidFill>
              <a:schemeClr val="bg1"/>
            </a:solidFill>
            <a:prstDash val="solid"/>
            <a:miter lim="800000"/>
          </a:ln>
          <a:effectLst/>
        </p:spPr>
      </p:sp>
      <p:sp>
        <p:nvSpPr>
          <p:cNvPr id="21" name="Picture Placeholder 20">
            <a:extLst>
              <a:ext uri="{FF2B5EF4-FFF2-40B4-BE49-F238E27FC236}">
                <a16:creationId xmlns:a16="http://schemas.microsoft.com/office/drawing/2014/main" id="{079F8F29-0E9E-49F7-93F4-FCC8C82EE115}"/>
              </a:ext>
            </a:extLst>
          </p:cNvPr>
          <p:cNvSpPr>
            <a:spLocks noGrp="1"/>
          </p:cNvSpPr>
          <p:nvPr>
            <p:ph type="pic" sz="quarter" idx="13"/>
          </p:nvPr>
        </p:nvSpPr>
        <p:spPr>
          <a:xfrm>
            <a:off x="609600" y="2884815"/>
            <a:ext cx="2279650" cy="2552700"/>
          </a:xfrm>
        </p:spPr>
        <p:txBody>
          <a:bodyPr/>
          <a:lstStyle/>
          <a:p>
            <a:endParaRPr lang="en-US"/>
          </a:p>
        </p:txBody>
      </p:sp>
      <p:sp>
        <p:nvSpPr>
          <p:cNvPr id="25" name="Text Placeholder 27">
            <a:extLst>
              <a:ext uri="{FF2B5EF4-FFF2-40B4-BE49-F238E27FC236}">
                <a16:creationId xmlns:a16="http://schemas.microsoft.com/office/drawing/2014/main" id="{9925214F-17A5-4C60-AADE-6A1BC129895C}"/>
              </a:ext>
            </a:extLst>
          </p:cNvPr>
          <p:cNvSpPr>
            <a:spLocks noGrp="1"/>
          </p:cNvSpPr>
          <p:nvPr>
            <p:ph type="body" sz="quarter" idx="17"/>
          </p:nvPr>
        </p:nvSpPr>
        <p:spPr>
          <a:xfrm>
            <a:off x="609599" y="5635244"/>
            <a:ext cx="2279649" cy="350292"/>
          </a:xfrm>
        </p:spPr>
        <p:txBody>
          <a:bodyPr>
            <a:normAutofit/>
          </a:bodyPr>
          <a:lstStyle>
            <a:lvl1pPr marL="0" indent="0" algn="ctr">
              <a:buNone/>
              <a:defRPr lang="en-US" sz="1800" kern="1200" dirty="0" smtClean="0">
                <a:solidFill>
                  <a:schemeClr val="tx1"/>
                </a:solidFill>
                <a:latin typeface="Calibri" panose="020F0502020204030204" pitchFamily="34" charset="0"/>
                <a:ea typeface="+mn-ea"/>
                <a:cs typeface="+mn-cs"/>
              </a:defRPr>
            </a:lvl1pPr>
            <a:lvl2pPr marL="0" indent="0">
              <a:buNone/>
              <a:defRPr/>
            </a:lvl2pPr>
          </a:lstStyle>
          <a:p>
            <a:pPr lvl="0"/>
            <a:r>
              <a:rPr lang="en-US"/>
              <a:t>Click to edit</a:t>
            </a:r>
          </a:p>
        </p:txBody>
      </p:sp>
      <p:sp>
        <p:nvSpPr>
          <p:cNvPr id="26" name="Text Placeholder 27">
            <a:extLst>
              <a:ext uri="{FF2B5EF4-FFF2-40B4-BE49-F238E27FC236}">
                <a16:creationId xmlns:a16="http://schemas.microsoft.com/office/drawing/2014/main" id="{10700E3A-7CD7-4A3D-BA94-0E5BCAC92A8A}"/>
              </a:ext>
            </a:extLst>
          </p:cNvPr>
          <p:cNvSpPr>
            <a:spLocks noGrp="1"/>
          </p:cNvSpPr>
          <p:nvPr>
            <p:ph type="body" sz="quarter" idx="18"/>
          </p:nvPr>
        </p:nvSpPr>
        <p:spPr>
          <a:xfrm>
            <a:off x="609599" y="5912412"/>
            <a:ext cx="2279649" cy="350292"/>
          </a:xfrm>
        </p:spPr>
        <p:txBody>
          <a:bodyPr>
            <a:noAutofit/>
          </a:bodyPr>
          <a:lstStyle>
            <a:lvl1pPr marL="0" indent="0" algn="ctr">
              <a:buNone/>
              <a:defRPr lang="en-US" sz="1400" kern="1200" dirty="0" smtClean="0">
                <a:solidFill>
                  <a:schemeClr val="tx1"/>
                </a:solidFill>
                <a:latin typeface="Calibri" panose="020F0502020204030204" pitchFamily="34" charset="0"/>
                <a:ea typeface="+mn-ea"/>
                <a:cs typeface="+mn-cs"/>
              </a:defRPr>
            </a:lvl1pPr>
            <a:lvl2pPr marL="0" indent="0">
              <a:buNone/>
              <a:defRPr/>
            </a:lvl2pPr>
          </a:lstStyle>
          <a:p>
            <a:pPr lvl="0"/>
            <a:r>
              <a:rPr lang="en-US"/>
              <a:t>Click to edit</a:t>
            </a:r>
          </a:p>
        </p:txBody>
      </p:sp>
      <p:sp>
        <p:nvSpPr>
          <p:cNvPr id="22" name="Picture Placeholder 20">
            <a:extLst>
              <a:ext uri="{FF2B5EF4-FFF2-40B4-BE49-F238E27FC236}">
                <a16:creationId xmlns:a16="http://schemas.microsoft.com/office/drawing/2014/main" id="{2E6EB481-2A99-4088-95C0-0D5BAFDFF02F}"/>
              </a:ext>
            </a:extLst>
          </p:cNvPr>
          <p:cNvSpPr>
            <a:spLocks noGrp="1"/>
          </p:cNvSpPr>
          <p:nvPr>
            <p:ph type="pic" sz="quarter" idx="14"/>
          </p:nvPr>
        </p:nvSpPr>
        <p:spPr>
          <a:xfrm>
            <a:off x="3496066" y="2884815"/>
            <a:ext cx="2279650" cy="2552700"/>
          </a:xfrm>
        </p:spPr>
        <p:txBody>
          <a:bodyPr/>
          <a:lstStyle/>
          <a:p>
            <a:endParaRPr lang="en-US"/>
          </a:p>
        </p:txBody>
      </p:sp>
      <p:sp>
        <p:nvSpPr>
          <p:cNvPr id="27" name="Text Placeholder 27">
            <a:extLst>
              <a:ext uri="{FF2B5EF4-FFF2-40B4-BE49-F238E27FC236}">
                <a16:creationId xmlns:a16="http://schemas.microsoft.com/office/drawing/2014/main" id="{4097BC1F-331F-4D57-993D-EFBB792275DD}"/>
              </a:ext>
            </a:extLst>
          </p:cNvPr>
          <p:cNvSpPr>
            <a:spLocks noGrp="1"/>
          </p:cNvSpPr>
          <p:nvPr>
            <p:ph type="body" sz="quarter" idx="19"/>
          </p:nvPr>
        </p:nvSpPr>
        <p:spPr>
          <a:xfrm>
            <a:off x="3496067" y="5635244"/>
            <a:ext cx="2279649" cy="350292"/>
          </a:xfrm>
        </p:spPr>
        <p:txBody>
          <a:bodyPr>
            <a:normAutofit/>
          </a:bodyPr>
          <a:lstStyle>
            <a:lvl1pPr marL="0" indent="0" algn="ctr">
              <a:buNone/>
              <a:defRPr lang="en-US" sz="1800" kern="1200" dirty="0" smtClean="0">
                <a:solidFill>
                  <a:schemeClr val="tx1"/>
                </a:solidFill>
                <a:latin typeface="Calibri" panose="020F0502020204030204" pitchFamily="34" charset="0"/>
                <a:ea typeface="+mn-ea"/>
                <a:cs typeface="+mn-cs"/>
              </a:defRPr>
            </a:lvl1pPr>
            <a:lvl2pPr marL="0" indent="0">
              <a:buNone/>
              <a:defRPr/>
            </a:lvl2pPr>
          </a:lstStyle>
          <a:p>
            <a:pPr lvl="0"/>
            <a:r>
              <a:rPr lang="en-US"/>
              <a:t>Click to edit</a:t>
            </a:r>
          </a:p>
        </p:txBody>
      </p:sp>
      <p:sp>
        <p:nvSpPr>
          <p:cNvPr id="28" name="Text Placeholder 27">
            <a:extLst>
              <a:ext uri="{FF2B5EF4-FFF2-40B4-BE49-F238E27FC236}">
                <a16:creationId xmlns:a16="http://schemas.microsoft.com/office/drawing/2014/main" id="{DCC61962-73A1-4768-8408-43E07ED2C1AB}"/>
              </a:ext>
            </a:extLst>
          </p:cNvPr>
          <p:cNvSpPr>
            <a:spLocks noGrp="1"/>
          </p:cNvSpPr>
          <p:nvPr>
            <p:ph type="body" sz="quarter" idx="20"/>
          </p:nvPr>
        </p:nvSpPr>
        <p:spPr>
          <a:xfrm>
            <a:off x="3496067" y="5912412"/>
            <a:ext cx="2279649" cy="350292"/>
          </a:xfrm>
        </p:spPr>
        <p:txBody>
          <a:bodyPr>
            <a:noAutofit/>
          </a:bodyPr>
          <a:lstStyle>
            <a:lvl1pPr marL="0" indent="0" algn="ctr">
              <a:buNone/>
              <a:defRPr lang="en-US" sz="1400" kern="1200" dirty="0" smtClean="0">
                <a:solidFill>
                  <a:schemeClr val="tx1"/>
                </a:solidFill>
                <a:latin typeface="Calibri" panose="020F0502020204030204" pitchFamily="34" charset="0"/>
                <a:ea typeface="+mn-ea"/>
                <a:cs typeface="+mn-cs"/>
              </a:defRPr>
            </a:lvl1pPr>
            <a:lvl2pPr marL="0" indent="0">
              <a:buNone/>
              <a:defRPr/>
            </a:lvl2pPr>
          </a:lstStyle>
          <a:p>
            <a:pPr lvl="0"/>
            <a:r>
              <a:rPr lang="en-US"/>
              <a:t>Click to edit</a:t>
            </a:r>
          </a:p>
        </p:txBody>
      </p:sp>
      <p:sp>
        <p:nvSpPr>
          <p:cNvPr id="36" name="Footer Placeholder 4">
            <a:extLst>
              <a:ext uri="{FF2B5EF4-FFF2-40B4-BE49-F238E27FC236}">
                <a16:creationId xmlns:a16="http://schemas.microsoft.com/office/drawing/2014/main" id="{8013A142-804D-471C-B2DD-DEC1B8C58502}"/>
              </a:ext>
            </a:extLst>
          </p:cNvPr>
          <p:cNvSpPr>
            <a:spLocks noGrp="1"/>
          </p:cNvSpPr>
          <p:nvPr>
            <p:ph type="ftr" sz="quarter" idx="11"/>
          </p:nvPr>
        </p:nvSpPr>
        <p:spPr>
          <a:xfrm>
            <a:off x="639095" y="6296388"/>
            <a:ext cx="5816600" cy="365760"/>
          </a:xfrm>
        </p:spPr>
        <p:txBody>
          <a:bodyPr/>
          <a:lstStyle/>
          <a:p>
            <a:r>
              <a:rPr lang="en-US"/>
              <a:t>Sample Footer Text</a:t>
            </a:r>
          </a:p>
        </p:txBody>
      </p:sp>
      <p:sp>
        <p:nvSpPr>
          <p:cNvPr id="23" name="Picture Placeholder 20">
            <a:extLst>
              <a:ext uri="{FF2B5EF4-FFF2-40B4-BE49-F238E27FC236}">
                <a16:creationId xmlns:a16="http://schemas.microsoft.com/office/drawing/2014/main" id="{A231814F-4139-4547-9058-18BF9C9E8833}"/>
              </a:ext>
            </a:extLst>
          </p:cNvPr>
          <p:cNvSpPr>
            <a:spLocks noGrp="1"/>
          </p:cNvSpPr>
          <p:nvPr>
            <p:ph type="pic" sz="quarter" idx="15"/>
          </p:nvPr>
        </p:nvSpPr>
        <p:spPr>
          <a:xfrm>
            <a:off x="6382532" y="2884815"/>
            <a:ext cx="2279650" cy="2552700"/>
          </a:xfrm>
        </p:spPr>
        <p:txBody>
          <a:bodyPr/>
          <a:lstStyle/>
          <a:p>
            <a:endParaRPr lang="en-US"/>
          </a:p>
        </p:txBody>
      </p:sp>
      <p:sp>
        <p:nvSpPr>
          <p:cNvPr id="29" name="Text Placeholder 27">
            <a:extLst>
              <a:ext uri="{FF2B5EF4-FFF2-40B4-BE49-F238E27FC236}">
                <a16:creationId xmlns:a16="http://schemas.microsoft.com/office/drawing/2014/main" id="{A6CD17BC-BF82-4EF5-8F4B-8D615A2FD248}"/>
              </a:ext>
            </a:extLst>
          </p:cNvPr>
          <p:cNvSpPr>
            <a:spLocks noGrp="1"/>
          </p:cNvSpPr>
          <p:nvPr>
            <p:ph type="body" sz="quarter" idx="21"/>
          </p:nvPr>
        </p:nvSpPr>
        <p:spPr>
          <a:xfrm>
            <a:off x="6382535" y="5635244"/>
            <a:ext cx="2279649" cy="350292"/>
          </a:xfrm>
        </p:spPr>
        <p:txBody>
          <a:bodyPr>
            <a:normAutofit/>
          </a:bodyPr>
          <a:lstStyle>
            <a:lvl1pPr marL="0" indent="0" algn="ctr">
              <a:buNone/>
              <a:defRPr lang="en-US" sz="1800" kern="1200" dirty="0" smtClean="0">
                <a:solidFill>
                  <a:schemeClr val="tx1"/>
                </a:solidFill>
                <a:latin typeface="Calibri" panose="020F0502020204030204" pitchFamily="34" charset="0"/>
                <a:ea typeface="+mn-ea"/>
                <a:cs typeface="+mn-cs"/>
              </a:defRPr>
            </a:lvl1pPr>
            <a:lvl2pPr marL="0" indent="0">
              <a:buNone/>
              <a:defRPr/>
            </a:lvl2pPr>
          </a:lstStyle>
          <a:p>
            <a:pPr lvl="0"/>
            <a:r>
              <a:rPr lang="en-US"/>
              <a:t>Click to edit</a:t>
            </a:r>
          </a:p>
        </p:txBody>
      </p:sp>
      <p:sp>
        <p:nvSpPr>
          <p:cNvPr id="30" name="Text Placeholder 27">
            <a:extLst>
              <a:ext uri="{FF2B5EF4-FFF2-40B4-BE49-F238E27FC236}">
                <a16:creationId xmlns:a16="http://schemas.microsoft.com/office/drawing/2014/main" id="{CA5F4D35-7EF1-463D-8005-F3950B654127}"/>
              </a:ext>
            </a:extLst>
          </p:cNvPr>
          <p:cNvSpPr>
            <a:spLocks noGrp="1"/>
          </p:cNvSpPr>
          <p:nvPr>
            <p:ph type="body" sz="quarter" idx="22"/>
          </p:nvPr>
        </p:nvSpPr>
        <p:spPr>
          <a:xfrm>
            <a:off x="6382535" y="5912412"/>
            <a:ext cx="2279649" cy="350292"/>
          </a:xfrm>
        </p:spPr>
        <p:txBody>
          <a:bodyPr>
            <a:noAutofit/>
          </a:bodyPr>
          <a:lstStyle>
            <a:lvl1pPr marL="0" indent="0" algn="ctr">
              <a:buNone/>
              <a:defRPr lang="en-US" sz="1400" kern="1200" dirty="0" smtClean="0">
                <a:solidFill>
                  <a:schemeClr val="tx1"/>
                </a:solidFill>
                <a:latin typeface="Calibri" panose="020F0502020204030204" pitchFamily="34" charset="0"/>
                <a:ea typeface="+mn-ea"/>
                <a:cs typeface="+mn-cs"/>
              </a:defRPr>
            </a:lvl1pPr>
            <a:lvl2pPr marL="0" indent="0">
              <a:buNone/>
              <a:defRPr/>
            </a:lvl2pPr>
          </a:lstStyle>
          <a:p>
            <a:pPr lvl="0"/>
            <a:r>
              <a:rPr lang="en-US"/>
              <a:t>Click to edit</a:t>
            </a:r>
          </a:p>
        </p:txBody>
      </p:sp>
      <p:sp>
        <p:nvSpPr>
          <p:cNvPr id="24" name="Picture Placeholder 20">
            <a:extLst>
              <a:ext uri="{FF2B5EF4-FFF2-40B4-BE49-F238E27FC236}">
                <a16:creationId xmlns:a16="http://schemas.microsoft.com/office/drawing/2014/main" id="{6CDB3226-AAE1-4106-A166-12BCFA73DA18}"/>
              </a:ext>
            </a:extLst>
          </p:cNvPr>
          <p:cNvSpPr>
            <a:spLocks noGrp="1"/>
          </p:cNvSpPr>
          <p:nvPr>
            <p:ph type="pic" sz="quarter" idx="16"/>
          </p:nvPr>
        </p:nvSpPr>
        <p:spPr>
          <a:xfrm>
            <a:off x="9269001" y="2884815"/>
            <a:ext cx="2279650" cy="2552700"/>
          </a:xfrm>
        </p:spPr>
        <p:txBody>
          <a:bodyPr/>
          <a:lstStyle/>
          <a:p>
            <a:endParaRPr lang="en-US"/>
          </a:p>
        </p:txBody>
      </p:sp>
      <p:sp>
        <p:nvSpPr>
          <p:cNvPr id="31" name="Text Placeholder 27">
            <a:extLst>
              <a:ext uri="{FF2B5EF4-FFF2-40B4-BE49-F238E27FC236}">
                <a16:creationId xmlns:a16="http://schemas.microsoft.com/office/drawing/2014/main" id="{C3CD8083-90C5-4685-A286-1A99E5DC3125}"/>
              </a:ext>
            </a:extLst>
          </p:cNvPr>
          <p:cNvSpPr>
            <a:spLocks noGrp="1"/>
          </p:cNvSpPr>
          <p:nvPr>
            <p:ph type="body" sz="quarter" idx="23"/>
          </p:nvPr>
        </p:nvSpPr>
        <p:spPr>
          <a:xfrm>
            <a:off x="9269002" y="5635244"/>
            <a:ext cx="2279649" cy="350292"/>
          </a:xfrm>
        </p:spPr>
        <p:txBody>
          <a:bodyPr>
            <a:normAutofit/>
          </a:bodyPr>
          <a:lstStyle>
            <a:lvl1pPr marL="0" indent="0" algn="ctr">
              <a:buNone/>
              <a:defRPr lang="en-US" sz="1800" kern="1200" dirty="0" smtClean="0">
                <a:solidFill>
                  <a:schemeClr val="tx1"/>
                </a:solidFill>
                <a:latin typeface="Calibri" panose="020F0502020204030204" pitchFamily="34" charset="0"/>
                <a:ea typeface="+mn-ea"/>
                <a:cs typeface="+mn-cs"/>
              </a:defRPr>
            </a:lvl1pPr>
            <a:lvl2pPr marL="0" indent="0">
              <a:buNone/>
              <a:defRPr/>
            </a:lvl2pPr>
          </a:lstStyle>
          <a:p>
            <a:pPr lvl="0"/>
            <a:r>
              <a:rPr lang="en-US"/>
              <a:t>Click to edit</a:t>
            </a:r>
          </a:p>
        </p:txBody>
      </p:sp>
      <p:sp>
        <p:nvSpPr>
          <p:cNvPr id="32" name="Text Placeholder 27">
            <a:extLst>
              <a:ext uri="{FF2B5EF4-FFF2-40B4-BE49-F238E27FC236}">
                <a16:creationId xmlns:a16="http://schemas.microsoft.com/office/drawing/2014/main" id="{5FB222BC-D05B-4E76-A0DC-25657322AF84}"/>
              </a:ext>
            </a:extLst>
          </p:cNvPr>
          <p:cNvSpPr>
            <a:spLocks noGrp="1"/>
          </p:cNvSpPr>
          <p:nvPr>
            <p:ph type="body" sz="quarter" idx="24"/>
          </p:nvPr>
        </p:nvSpPr>
        <p:spPr>
          <a:xfrm>
            <a:off x="9269002" y="5912412"/>
            <a:ext cx="2279649" cy="350292"/>
          </a:xfrm>
        </p:spPr>
        <p:txBody>
          <a:bodyPr>
            <a:noAutofit/>
          </a:bodyPr>
          <a:lstStyle>
            <a:lvl1pPr marL="0" indent="0" algn="ctr">
              <a:buNone/>
              <a:defRPr lang="en-US" sz="1400" kern="1200" dirty="0" smtClean="0">
                <a:solidFill>
                  <a:schemeClr val="tx1"/>
                </a:solidFill>
                <a:latin typeface="Calibri" panose="020F0502020204030204" pitchFamily="34" charset="0"/>
                <a:ea typeface="+mn-ea"/>
                <a:cs typeface="+mn-cs"/>
              </a:defRPr>
            </a:lvl1pPr>
            <a:lvl2pPr marL="0" indent="0">
              <a:buNone/>
              <a:defRPr/>
            </a:lvl2pPr>
          </a:lstStyle>
          <a:p>
            <a:pPr lvl="0"/>
            <a:r>
              <a:rPr lang="en-US"/>
              <a:t>Click to edit</a:t>
            </a:r>
          </a:p>
        </p:txBody>
      </p:sp>
      <p:cxnSp>
        <p:nvCxnSpPr>
          <p:cNvPr id="9" name="Straight Connector 8">
            <a:extLst>
              <a:ext uri="{FF2B5EF4-FFF2-40B4-BE49-F238E27FC236}">
                <a16:creationId xmlns:a16="http://schemas.microsoft.com/office/drawing/2014/main" id="{4D6FBB75-8D79-4225-A448-37C04F053D3B}"/>
              </a:ext>
              <a:ext uri="{C183D7F6-B498-43B3-948B-1728B52AA6E4}">
                <adec:decorative xmlns:adec="http://schemas.microsoft.com/office/drawing/2017/decorative" val="1"/>
              </a:ext>
            </a:extLst>
          </p:cNvPr>
          <p:cNvCxnSpPr/>
          <p:nvPr userDrawn="1"/>
        </p:nvCxnSpPr>
        <p:spPr>
          <a:xfrm>
            <a:off x="3192658"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4C41CC5-2A7C-4774-98CE-C7212DFDCC08}"/>
              </a:ext>
              <a:ext uri="{C183D7F6-B498-43B3-948B-1728B52AA6E4}">
                <adec:decorative xmlns:adec="http://schemas.microsoft.com/office/drawing/2017/decorative" val="1"/>
              </a:ext>
            </a:extLst>
          </p:cNvPr>
          <p:cNvCxnSpPr/>
          <p:nvPr userDrawn="1"/>
        </p:nvCxnSpPr>
        <p:spPr>
          <a:xfrm>
            <a:off x="6079124"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861725-0EF3-4133-B06C-063F42B11115}"/>
              </a:ext>
              <a:ext uri="{C183D7F6-B498-43B3-948B-1728B52AA6E4}">
                <adec:decorative xmlns:adec="http://schemas.microsoft.com/office/drawing/2017/decorative" val="1"/>
              </a:ext>
            </a:extLst>
          </p:cNvPr>
          <p:cNvCxnSpPr/>
          <p:nvPr userDrawn="1"/>
        </p:nvCxnSpPr>
        <p:spPr>
          <a:xfrm>
            <a:off x="8965590"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5" name="Date Placeholder 3">
            <a:extLst>
              <a:ext uri="{FF2B5EF4-FFF2-40B4-BE49-F238E27FC236}">
                <a16:creationId xmlns:a16="http://schemas.microsoft.com/office/drawing/2014/main" id="{7FDBCC4A-1C49-4C93-AD45-AD78087E23D6}"/>
              </a:ext>
            </a:extLst>
          </p:cNvPr>
          <p:cNvSpPr txBox="1">
            <a:spLocks/>
          </p:cNvSpPr>
          <p:nvPr userDrawn="1"/>
        </p:nvSpPr>
        <p:spPr>
          <a:xfrm>
            <a:off x="7684497" y="6296388"/>
            <a:ext cx="2893045" cy="36576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atin typeface="Calibri" panose="020F0502020204030204" pitchFamily="34" charset="0"/>
              </a:rPr>
              <a:t>20XX</a:t>
            </a:r>
          </a:p>
        </p:txBody>
      </p:sp>
      <p:sp>
        <p:nvSpPr>
          <p:cNvPr id="37" name="Slide Number Placeholder 5">
            <a:extLst>
              <a:ext uri="{FF2B5EF4-FFF2-40B4-BE49-F238E27FC236}">
                <a16:creationId xmlns:a16="http://schemas.microsoft.com/office/drawing/2014/main" id="{5EB09A52-50AB-4593-BCB7-23D4AEC88507}"/>
              </a:ext>
            </a:extLst>
          </p:cNvPr>
          <p:cNvSpPr>
            <a:spLocks noGrp="1"/>
          </p:cNvSpPr>
          <p:nvPr userDrawn="1">
            <p:ph type="sldNum" sz="quarter" idx="12"/>
          </p:nvPr>
        </p:nvSpPr>
        <p:spPr>
          <a:xfrm>
            <a:off x="10537721" y="6286556"/>
            <a:ext cx="838200" cy="365760"/>
          </a:xfrm>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83755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C4A46BB-9B50-4F09-9059-DA78048129D4}"/>
              </a:ext>
            </a:extLst>
          </p:cNvPr>
          <p:cNvSpPr/>
          <p:nvPr userDrawn="1"/>
        </p:nvSpPr>
        <p:spPr>
          <a:xfrm>
            <a:off x="5695067" y="1808532"/>
            <a:ext cx="5452527" cy="3240936"/>
          </a:xfrm>
          <a:prstGeom prst="rect">
            <a:avLst/>
          </a:prstGeom>
          <a:solidFill>
            <a:schemeClr val="tx1">
              <a:lumMod val="75000"/>
              <a:lumOff val="25000"/>
            </a:schemeClr>
          </a:solidFill>
          <a:ln w="6350" cap="sq" cmpd="sng" algn="ctr">
            <a:noFill/>
            <a:prstDash val="solid"/>
            <a:miter lim="800000"/>
          </a:ln>
          <a:effectLst/>
        </p:spPr>
      </p:sp>
      <p:sp>
        <p:nvSpPr>
          <p:cNvPr id="2" name="Title 1">
            <a:extLst>
              <a:ext uri="{FF2B5EF4-FFF2-40B4-BE49-F238E27FC236}">
                <a16:creationId xmlns:a16="http://schemas.microsoft.com/office/drawing/2014/main" id="{AF26F410-6A1D-427A-8C06-A0023004F50B}"/>
              </a:ext>
            </a:extLst>
          </p:cNvPr>
          <p:cNvSpPr>
            <a:spLocks noGrp="1"/>
          </p:cNvSpPr>
          <p:nvPr>
            <p:ph type="title"/>
          </p:nvPr>
        </p:nvSpPr>
        <p:spPr>
          <a:xfrm>
            <a:off x="6033793" y="2735221"/>
            <a:ext cx="4775075" cy="851219"/>
          </a:xfrm>
        </p:spPr>
        <p:txBody>
          <a:bodyPr/>
          <a:lstStyle>
            <a:lvl1pPr algn="ctr">
              <a:defRPr>
                <a:solidFill>
                  <a:schemeClr val="bg1"/>
                </a:solidFill>
              </a:defRPr>
            </a:lvl1pPr>
          </a:lstStyle>
          <a:p>
            <a:r>
              <a:rPr lang="en-US"/>
              <a:t>Click to edit</a:t>
            </a:r>
          </a:p>
        </p:txBody>
      </p:sp>
      <p:sp>
        <p:nvSpPr>
          <p:cNvPr id="7" name="Rectangle 6">
            <a:extLst>
              <a:ext uri="{FF2B5EF4-FFF2-40B4-BE49-F238E27FC236}">
                <a16:creationId xmlns:a16="http://schemas.microsoft.com/office/drawing/2014/main" id="{7DDF1FF2-5B9A-4BE9-AD3C-F215F0D25F7A}"/>
              </a:ext>
            </a:extLst>
          </p:cNvPr>
          <p:cNvSpPr/>
          <p:nvPr userDrawn="1"/>
        </p:nvSpPr>
        <p:spPr>
          <a:xfrm>
            <a:off x="5861010" y="1975104"/>
            <a:ext cx="5120640" cy="2907792"/>
          </a:xfrm>
          <a:prstGeom prst="rect">
            <a:avLst/>
          </a:prstGeom>
          <a:noFill/>
          <a:ln w="6350" cap="sq" cmpd="sng" algn="ctr">
            <a:solidFill>
              <a:schemeClr val="bg1"/>
            </a:solidFill>
            <a:prstDash val="solid"/>
            <a:miter lim="800000"/>
          </a:ln>
          <a:effectLst>
            <a:softEdge rad="0"/>
          </a:effectLst>
        </p:spPr>
      </p:sp>
      <p:sp>
        <p:nvSpPr>
          <p:cNvPr id="9" name="Subtitle 2">
            <a:extLst>
              <a:ext uri="{FF2B5EF4-FFF2-40B4-BE49-F238E27FC236}">
                <a16:creationId xmlns:a16="http://schemas.microsoft.com/office/drawing/2014/main" id="{04FC6A22-F9EC-4E20-B9CC-F012FA8E4C27}"/>
              </a:ext>
            </a:extLst>
          </p:cNvPr>
          <p:cNvSpPr>
            <a:spLocks noGrp="1"/>
          </p:cNvSpPr>
          <p:nvPr>
            <p:ph type="subTitle" idx="1"/>
          </p:nvPr>
        </p:nvSpPr>
        <p:spPr>
          <a:xfrm>
            <a:off x="6033793" y="3995988"/>
            <a:ext cx="4775075" cy="559656"/>
          </a:xfrm>
        </p:spPr>
        <p:txBody>
          <a:bodyPr/>
          <a:lstStyle>
            <a:lvl1pPr marL="0" indent="0" algn="ctr">
              <a:buNone/>
              <a:defRPr>
                <a:solidFill>
                  <a:schemeClr val="bg1"/>
                </a:solidFill>
              </a:defRPr>
            </a:lvl1pPr>
          </a:lstStyle>
          <a:p>
            <a:r>
              <a:rPr lang="en-US">
                <a:solidFill>
                  <a:schemeClr val="tx1"/>
                </a:solidFill>
              </a:rPr>
              <a:t>Subtitle</a:t>
            </a:r>
          </a:p>
        </p:txBody>
      </p:sp>
      <p:sp>
        <p:nvSpPr>
          <p:cNvPr id="10" name="Date Placeholder 17">
            <a:extLst>
              <a:ext uri="{FF2B5EF4-FFF2-40B4-BE49-F238E27FC236}">
                <a16:creationId xmlns:a16="http://schemas.microsoft.com/office/drawing/2014/main" id="{ABF19E1F-D7E9-4D44-9873-8D8DDC338F7E}"/>
              </a:ext>
            </a:extLst>
          </p:cNvPr>
          <p:cNvSpPr txBox="1">
            <a:spLocks/>
          </p:cNvSpPr>
          <p:nvPr userDrawn="1"/>
        </p:nvSpPr>
        <p:spPr>
          <a:xfrm>
            <a:off x="7369770" y="2040249"/>
            <a:ext cx="2103120" cy="315209"/>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sz="1300">
                <a:solidFill>
                  <a:schemeClr val="bg1"/>
                </a:solidFill>
                <a:latin typeface="Calibri" panose="020F0502020204030204" pitchFamily="34" charset="0"/>
              </a:rPr>
              <a:t>20XX</a:t>
            </a:r>
          </a:p>
        </p:txBody>
      </p:sp>
      <p:sp>
        <p:nvSpPr>
          <p:cNvPr id="22" name="Picture Placeholder 21">
            <a:extLst>
              <a:ext uri="{FF2B5EF4-FFF2-40B4-BE49-F238E27FC236}">
                <a16:creationId xmlns:a16="http://schemas.microsoft.com/office/drawing/2014/main" id="{93C72E99-B7BE-4F82-AD93-38765570DB39}"/>
              </a:ext>
            </a:extLst>
          </p:cNvPr>
          <p:cNvSpPr>
            <a:spLocks noGrp="1"/>
          </p:cNvSpPr>
          <p:nvPr>
            <p:ph type="pic" sz="quarter" idx="10"/>
          </p:nvPr>
        </p:nvSpPr>
        <p:spPr>
          <a:xfrm>
            <a:off x="0" y="0"/>
            <a:ext cx="12192000" cy="6858000"/>
          </a:xfrm>
          <a:custGeom>
            <a:avLst/>
            <a:gdLst>
              <a:gd name="connsiteX0" fmla="*/ 5695067 w 12192000"/>
              <a:gd name="connsiteY0" fmla="*/ 1808532 h 6858000"/>
              <a:gd name="connsiteX1" fmla="*/ 5695067 w 12192000"/>
              <a:gd name="connsiteY1" fmla="*/ 5049468 h 6858000"/>
              <a:gd name="connsiteX2" fmla="*/ 11147594 w 12192000"/>
              <a:gd name="connsiteY2" fmla="*/ 5049468 h 6858000"/>
              <a:gd name="connsiteX3" fmla="*/ 11147594 w 12192000"/>
              <a:gd name="connsiteY3" fmla="*/ 1808532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695067" y="1808532"/>
                </a:moveTo>
                <a:lnTo>
                  <a:pt x="5695067" y="5049468"/>
                </a:lnTo>
                <a:lnTo>
                  <a:pt x="11147594" y="5049468"/>
                </a:lnTo>
                <a:lnTo>
                  <a:pt x="11147594" y="1808532"/>
                </a:lnTo>
                <a:close/>
                <a:moveTo>
                  <a:pt x="0" y="0"/>
                </a:moveTo>
                <a:lnTo>
                  <a:pt x="12192000" y="0"/>
                </a:lnTo>
                <a:lnTo>
                  <a:pt x="12192000" y="6858000"/>
                </a:lnTo>
                <a:lnTo>
                  <a:pt x="0" y="6858000"/>
                </a:lnTo>
                <a:close/>
              </a:path>
            </a:pathLst>
          </a:custGeom>
        </p:spPr>
        <p:txBody>
          <a:bodyPr wrap="square">
            <a:noAutofit/>
          </a:bodyPr>
          <a:lstStyle/>
          <a:p>
            <a:endParaRPr lang="en-US"/>
          </a:p>
        </p:txBody>
      </p:sp>
    </p:spTree>
    <p:extLst>
      <p:ext uri="{BB962C8B-B14F-4D97-AF65-F5344CB8AC3E}">
        <p14:creationId xmlns:p14="http://schemas.microsoft.com/office/powerpoint/2010/main" val="264654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ummary">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49982C2-1320-41E5-A31C-D8DA5C8A462F}"/>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7" name="Rectangle 6">
            <a:extLst>
              <a:ext uri="{FF2B5EF4-FFF2-40B4-BE49-F238E27FC236}">
                <a16:creationId xmlns:a16="http://schemas.microsoft.com/office/drawing/2014/main" id="{EC563FB1-76A9-4E53-9493-2B8680D68662}"/>
              </a:ext>
              <a:ext uri="{C183D7F6-B498-43B3-948B-1728B52AA6E4}">
                <adec:decorative xmlns:adec="http://schemas.microsoft.com/office/drawing/2017/decorative" val="1"/>
              </a:ext>
            </a:extLst>
          </p:cNvPr>
          <p:cNvSpPr/>
          <p:nvPr userDrawn="1"/>
        </p:nvSpPr>
        <p:spPr>
          <a:xfrm>
            <a:off x="4448" y="0"/>
            <a:ext cx="4651122" cy="6858000"/>
          </a:xfrm>
          <a:prstGeom prst="rect">
            <a:avLst/>
          </a:prstGeom>
          <a:solidFill>
            <a:schemeClr val="tx1"/>
          </a:solidFill>
          <a:ln>
            <a:noFill/>
          </a:ln>
          <a:effectLst>
            <a:innerShdw blurRad="63500" dist="3175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9" name="Rectangle 8">
            <a:extLst>
              <a:ext uri="{FF2B5EF4-FFF2-40B4-BE49-F238E27FC236}">
                <a16:creationId xmlns:a16="http://schemas.microsoft.com/office/drawing/2014/main" id="{7C8F116A-4F5C-40E2-836F-919B8B939AD2}"/>
              </a:ext>
              <a:ext uri="{C183D7F6-B498-43B3-948B-1728B52AA6E4}">
                <adec:decorative xmlns:adec="http://schemas.microsoft.com/office/drawing/2017/decorative" val="1"/>
              </a:ext>
            </a:extLst>
          </p:cNvPr>
          <p:cNvSpPr/>
          <p:nvPr userDrawn="1"/>
        </p:nvSpPr>
        <p:spPr>
          <a:xfrm>
            <a:off x="1272" y="4123592"/>
            <a:ext cx="4654296" cy="9144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0" name="Rectangle 9">
            <a:extLst>
              <a:ext uri="{FF2B5EF4-FFF2-40B4-BE49-F238E27FC236}">
                <a16:creationId xmlns:a16="http://schemas.microsoft.com/office/drawing/2014/main" id="{2027D978-81FB-4612-81AA-B7123E0D5B0C}"/>
              </a:ext>
              <a:ext uri="{C183D7F6-B498-43B3-948B-1728B52AA6E4}">
                <adec:decorative xmlns:adec="http://schemas.microsoft.com/office/drawing/2017/decorative" val="1"/>
              </a:ext>
            </a:extLst>
          </p:cNvPr>
          <p:cNvSpPr/>
          <p:nvPr userDrawn="1"/>
        </p:nvSpPr>
        <p:spPr>
          <a:xfrm>
            <a:off x="2284289" y="0"/>
            <a:ext cx="91440" cy="4206240"/>
          </a:xfrm>
          <a:prstGeom prst="rect">
            <a:avLst/>
          </a:prstGeom>
          <a:solidFill>
            <a:schemeClr val="bg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3" name="Rectangle 12">
            <a:extLst>
              <a:ext uri="{FF2B5EF4-FFF2-40B4-BE49-F238E27FC236}">
                <a16:creationId xmlns:a16="http://schemas.microsoft.com/office/drawing/2014/main" id="{600DC717-7560-4850-A68A-A881C97F3711}"/>
              </a:ext>
              <a:ext uri="{C183D7F6-B498-43B3-948B-1728B52AA6E4}">
                <adec:decorative xmlns:adec="http://schemas.microsoft.com/office/drawing/2017/decorative" val="1"/>
              </a:ext>
            </a:extLst>
          </p:cNvPr>
          <p:cNvSpPr/>
          <p:nvPr userDrawn="1"/>
        </p:nvSpPr>
        <p:spPr>
          <a:xfrm>
            <a:off x="2284289" y="2057400"/>
            <a:ext cx="2377440" cy="9144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7" name="Rectangle 16">
            <a:extLst>
              <a:ext uri="{FF2B5EF4-FFF2-40B4-BE49-F238E27FC236}">
                <a16:creationId xmlns:a16="http://schemas.microsoft.com/office/drawing/2014/main" id="{69F22527-F181-4C80-9977-C9894355CA8D}"/>
              </a:ext>
              <a:ext uri="{C183D7F6-B498-43B3-948B-1728B52AA6E4}">
                <adec:decorative xmlns:adec="http://schemas.microsoft.com/office/drawing/2017/decorative" val="1"/>
              </a:ext>
            </a:extLst>
          </p:cNvPr>
          <p:cNvSpPr/>
          <p:nvPr userDrawn="1"/>
        </p:nvSpPr>
        <p:spPr>
          <a:xfrm>
            <a:off x="5614028" y="971453"/>
            <a:ext cx="5623560" cy="4910328"/>
          </a:xfrm>
          <a:prstGeom prst="rect">
            <a:avLst/>
          </a:prstGeom>
          <a:noFill/>
          <a:ln w="6350" cap="sq" cmpd="sng" algn="ctr">
            <a:solidFill>
              <a:schemeClr val="bg1">
                <a:lumMod val="75000"/>
                <a:lumOff val="25000"/>
              </a:schemeClr>
            </a:solidFill>
            <a:prstDash val="solid"/>
            <a:miter lim="800000"/>
          </a:ln>
          <a:effectLst/>
        </p:spPr>
      </p:sp>
      <p:sp>
        <p:nvSpPr>
          <p:cNvPr id="16" name="Rectangle 15">
            <a:extLst>
              <a:ext uri="{FF2B5EF4-FFF2-40B4-BE49-F238E27FC236}">
                <a16:creationId xmlns:a16="http://schemas.microsoft.com/office/drawing/2014/main" id="{7CABAC30-6A2F-4907-8502-17DF9AEEE9CD}"/>
              </a:ext>
              <a:ext uri="{C183D7F6-B498-43B3-948B-1728B52AA6E4}">
                <adec:decorative xmlns:adec="http://schemas.microsoft.com/office/drawing/2017/decorative" val="1"/>
              </a:ext>
            </a:extLst>
          </p:cNvPr>
          <p:cNvSpPr/>
          <p:nvPr userDrawn="1"/>
        </p:nvSpPr>
        <p:spPr>
          <a:xfrm>
            <a:off x="5448300" y="806861"/>
            <a:ext cx="5955017" cy="5239512"/>
          </a:xfrm>
          <a:prstGeom prst="rect">
            <a:avLst/>
          </a:prstGeom>
          <a:solidFill>
            <a:schemeClr val="tx1"/>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603C9F96-79A7-44FA-A7FE-C0675B9967FC}"/>
              </a:ext>
            </a:extLst>
          </p:cNvPr>
          <p:cNvSpPr>
            <a:spLocks noGrp="1"/>
          </p:cNvSpPr>
          <p:nvPr>
            <p:ph type="title"/>
          </p:nvPr>
        </p:nvSpPr>
        <p:spPr>
          <a:xfrm>
            <a:off x="5867401" y="1290294"/>
            <a:ext cx="5116286" cy="1371600"/>
          </a:xfrm>
        </p:spPr>
        <p:txBody>
          <a:bodyPr/>
          <a:lstStyle>
            <a:lvl1pPr algn="ctr">
              <a:defRPr>
                <a:solidFill>
                  <a:schemeClr val="bg1"/>
                </a:solidFill>
              </a:defRPr>
            </a:lvl1pPr>
          </a:lstStyle>
          <a:p>
            <a:r>
              <a:rPr lang="en-US"/>
              <a:t>Click to edit Master title style</a:t>
            </a:r>
          </a:p>
        </p:txBody>
      </p:sp>
      <p:sp>
        <p:nvSpPr>
          <p:cNvPr id="18" name="Subtitle 2">
            <a:extLst>
              <a:ext uri="{FF2B5EF4-FFF2-40B4-BE49-F238E27FC236}">
                <a16:creationId xmlns:a16="http://schemas.microsoft.com/office/drawing/2014/main" id="{D72D6334-ED49-4D79-AAC2-10DCFF6D6651}"/>
              </a:ext>
            </a:extLst>
          </p:cNvPr>
          <p:cNvSpPr>
            <a:spLocks noGrp="1"/>
          </p:cNvSpPr>
          <p:nvPr>
            <p:ph type="subTitle" idx="1"/>
          </p:nvPr>
        </p:nvSpPr>
        <p:spPr>
          <a:xfrm>
            <a:off x="5867401" y="2980736"/>
            <a:ext cx="5116286" cy="2712494"/>
          </a:xfrm>
        </p:spPr>
        <p:txBody>
          <a:bodyPr>
            <a:normAutofit/>
          </a:bodyPr>
          <a:lstStyle>
            <a:lvl1pPr marL="0" indent="0" algn="ctr">
              <a:buNone/>
              <a:defRPr>
                <a:solidFill>
                  <a:schemeClr val="bg1">
                    <a:lumMod val="85000"/>
                    <a:lumOff val="15000"/>
                  </a:schemeClr>
                </a:solidFill>
              </a:defRPr>
            </a:lvl1pPr>
          </a:lstStyle>
          <a:p>
            <a:endParaRPr lang="en-US" sz="1800">
              <a:solidFill>
                <a:schemeClr val="bg1">
                  <a:lumMod val="85000"/>
                  <a:lumOff val="15000"/>
                </a:schemeClr>
              </a:solidFill>
            </a:endParaRPr>
          </a:p>
        </p:txBody>
      </p:sp>
      <p:sp>
        <p:nvSpPr>
          <p:cNvPr id="12" name="Date Placeholder 3">
            <a:extLst>
              <a:ext uri="{FF2B5EF4-FFF2-40B4-BE49-F238E27FC236}">
                <a16:creationId xmlns:a16="http://schemas.microsoft.com/office/drawing/2014/main" id="{0FE3A1CC-4DE8-4FC6-839D-CD3607B8D426}"/>
              </a:ext>
            </a:extLst>
          </p:cNvPr>
          <p:cNvSpPr txBox="1">
            <a:spLocks/>
          </p:cNvSpPr>
          <p:nvPr userDrawn="1"/>
        </p:nvSpPr>
        <p:spPr>
          <a:xfrm>
            <a:off x="7048099" y="302355"/>
            <a:ext cx="2743200" cy="350785"/>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atin typeface="Calibri" panose="020F0502020204030204" pitchFamily="34" charset="0"/>
              </a:rPr>
              <a:t>20XX</a:t>
            </a:r>
          </a:p>
        </p:txBody>
      </p:sp>
      <p:sp>
        <p:nvSpPr>
          <p:cNvPr id="22" name="Picture Placeholder 21">
            <a:extLst>
              <a:ext uri="{FF2B5EF4-FFF2-40B4-BE49-F238E27FC236}">
                <a16:creationId xmlns:a16="http://schemas.microsoft.com/office/drawing/2014/main" id="{C9E9A7CA-EE9C-4648-8016-1852440461F5}"/>
              </a:ext>
            </a:extLst>
          </p:cNvPr>
          <p:cNvSpPr>
            <a:spLocks noGrp="1"/>
          </p:cNvSpPr>
          <p:nvPr>
            <p:ph type="pic" sz="quarter" idx="13"/>
          </p:nvPr>
        </p:nvSpPr>
        <p:spPr>
          <a:xfrm>
            <a:off x="325438" y="326697"/>
            <a:ext cx="1636712" cy="3475163"/>
          </a:xfrm>
        </p:spPr>
        <p:txBody>
          <a:bodyPr/>
          <a:lstStyle/>
          <a:p>
            <a:endParaRPr lang="en-US"/>
          </a:p>
        </p:txBody>
      </p:sp>
      <p:sp>
        <p:nvSpPr>
          <p:cNvPr id="26" name="Picture Placeholder 25">
            <a:extLst>
              <a:ext uri="{FF2B5EF4-FFF2-40B4-BE49-F238E27FC236}">
                <a16:creationId xmlns:a16="http://schemas.microsoft.com/office/drawing/2014/main" id="{F4561B6B-E204-4CF0-AD12-ED21B3940F53}"/>
              </a:ext>
            </a:extLst>
          </p:cNvPr>
          <p:cNvSpPr>
            <a:spLocks noGrp="1"/>
          </p:cNvSpPr>
          <p:nvPr>
            <p:ph type="pic" sz="quarter" idx="15"/>
          </p:nvPr>
        </p:nvSpPr>
        <p:spPr>
          <a:xfrm>
            <a:off x="2709863" y="329773"/>
            <a:ext cx="1614487" cy="1394251"/>
          </a:xfrm>
        </p:spPr>
        <p:txBody>
          <a:bodyPr/>
          <a:lstStyle/>
          <a:p>
            <a:endParaRPr lang="en-US"/>
          </a:p>
        </p:txBody>
      </p:sp>
      <p:sp>
        <p:nvSpPr>
          <p:cNvPr id="24" name="Picture Placeholder 23">
            <a:extLst>
              <a:ext uri="{FF2B5EF4-FFF2-40B4-BE49-F238E27FC236}">
                <a16:creationId xmlns:a16="http://schemas.microsoft.com/office/drawing/2014/main" id="{B3BE441E-0CE9-4C44-8783-3A04F5929F10}"/>
              </a:ext>
            </a:extLst>
          </p:cNvPr>
          <p:cNvSpPr>
            <a:spLocks noGrp="1"/>
          </p:cNvSpPr>
          <p:nvPr>
            <p:ph type="pic" sz="quarter" idx="14"/>
          </p:nvPr>
        </p:nvSpPr>
        <p:spPr>
          <a:xfrm>
            <a:off x="2697163" y="2384425"/>
            <a:ext cx="1628775" cy="1423988"/>
          </a:xfrm>
        </p:spPr>
        <p:txBody>
          <a:bodyPr/>
          <a:lstStyle/>
          <a:p>
            <a:endParaRPr lang="en-US"/>
          </a:p>
        </p:txBody>
      </p:sp>
      <p:sp>
        <p:nvSpPr>
          <p:cNvPr id="28" name="Picture Placeholder 27">
            <a:extLst>
              <a:ext uri="{FF2B5EF4-FFF2-40B4-BE49-F238E27FC236}">
                <a16:creationId xmlns:a16="http://schemas.microsoft.com/office/drawing/2014/main" id="{FBAA901D-39FD-416F-B2B4-F2651AB79185}"/>
              </a:ext>
            </a:extLst>
          </p:cNvPr>
          <p:cNvSpPr>
            <a:spLocks noGrp="1"/>
          </p:cNvSpPr>
          <p:nvPr>
            <p:ph type="pic" sz="quarter" idx="16"/>
          </p:nvPr>
        </p:nvSpPr>
        <p:spPr>
          <a:xfrm>
            <a:off x="325438" y="4527550"/>
            <a:ext cx="3998912" cy="2000250"/>
          </a:xfrm>
        </p:spPr>
        <p:txBody>
          <a:bodyPr/>
          <a:lstStyle/>
          <a:p>
            <a:endParaRPr lang="en-US"/>
          </a:p>
        </p:txBody>
      </p:sp>
      <p:sp>
        <p:nvSpPr>
          <p:cNvPr id="19" name="Footer Placeholder 18">
            <a:extLst>
              <a:ext uri="{FF2B5EF4-FFF2-40B4-BE49-F238E27FC236}">
                <a16:creationId xmlns:a16="http://schemas.microsoft.com/office/drawing/2014/main" id="{4C182815-90D1-446C-BC70-6AB00BED68ED}"/>
              </a:ext>
            </a:extLst>
          </p:cNvPr>
          <p:cNvSpPr txBox="1">
            <a:spLocks/>
          </p:cNvSpPr>
          <p:nvPr userDrawn="1"/>
        </p:nvSpPr>
        <p:spPr>
          <a:xfrm>
            <a:off x="5077003" y="6367925"/>
            <a:ext cx="4480560" cy="22860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r>
              <a:rPr lang="en-US">
                <a:solidFill>
                  <a:srgbClr val="FFFFFF"/>
                </a:solidFill>
                <a:latin typeface="Calibri" panose="020F0502020204030204" pitchFamily="34" charset="0"/>
              </a:rPr>
              <a:t>Sample Footer Text</a:t>
            </a:r>
          </a:p>
        </p:txBody>
      </p:sp>
      <p:sp>
        <p:nvSpPr>
          <p:cNvPr id="20" name="Slide Number Placeholder 5">
            <a:extLst>
              <a:ext uri="{FF2B5EF4-FFF2-40B4-BE49-F238E27FC236}">
                <a16:creationId xmlns:a16="http://schemas.microsoft.com/office/drawing/2014/main" id="{69BDEE55-B4D3-4542-BF01-F05A2C1FB7D6}"/>
              </a:ext>
            </a:extLst>
          </p:cNvPr>
          <p:cNvSpPr txBox="1">
            <a:spLocks/>
          </p:cNvSpPr>
          <p:nvPr userDrawn="1"/>
        </p:nvSpPr>
        <p:spPr>
          <a:xfrm>
            <a:off x="9793460" y="6367925"/>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latin typeface="Calibri" panose="020F0502020204030204" pitchFamily="34" charset="0"/>
              </a:rPr>
              <a:pPr/>
              <a:t>‹#›</a:t>
            </a:fld>
            <a:endParaRPr lang="en-US">
              <a:latin typeface="Calibri" panose="020F0502020204030204" pitchFamily="34" charset="0"/>
            </a:endParaRPr>
          </a:p>
        </p:txBody>
      </p:sp>
    </p:spTree>
    <p:extLst>
      <p:ext uri="{BB962C8B-B14F-4D97-AF65-F5344CB8AC3E}">
        <p14:creationId xmlns:p14="http://schemas.microsoft.com/office/powerpoint/2010/main" val="3802201697"/>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5973E97-A796-4836-82F6-8A280A57BA6B}"/>
              </a:ext>
            </a:extLst>
          </p:cNvPr>
          <p:cNvSpPr/>
          <p:nvPr userDrawn="1"/>
        </p:nvSpPr>
        <p:spPr>
          <a:xfrm>
            <a:off x="5660112" y="0"/>
            <a:ext cx="6528839"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2" name="Title 1">
            <a:extLst>
              <a:ext uri="{FF2B5EF4-FFF2-40B4-BE49-F238E27FC236}">
                <a16:creationId xmlns:a16="http://schemas.microsoft.com/office/drawing/2014/main" id="{CEC0DAEE-CCDB-4627-925B-879F83B1F308}"/>
              </a:ext>
            </a:extLst>
          </p:cNvPr>
          <p:cNvSpPr>
            <a:spLocks noGrp="1"/>
          </p:cNvSpPr>
          <p:nvPr>
            <p:ph type="title"/>
          </p:nvPr>
        </p:nvSpPr>
        <p:spPr>
          <a:xfrm>
            <a:off x="6374166" y="610485"/>
            <a:ext cx="5103661" cy="1371600"/>
          </a:xfrm>
        </p:spPr>
        <p:txBody>
          <a:bodyPr>
            <a:normAutofit/>
          </a:bodyPr>
          <a:lstStyle>
            <a:lvl1pPr>
              <a:defRPr sz="4800">
                <a:solidFill>
                  <a:schemeClr val="bg1"/>
                </a:solidFill>
              </a:defRPr>
            </a:lvl1pPr>
          </a:lstStyle>
          <a:p>
            <a:r>
              <a:rPr lang="en-US"/>
              <a:t>Click to edit</a:t>
            </a:r>
          </a:p>
        </p:txBody>
      </p:sp>
      <p:sp>
        <p:nvSpPr>
          <p:cNvPr id="7" name="Rectangle 6">
            <a:extLst>
              <a:ext uri="{FF2B5EF4-FFF2-40B4-BE49-F238E27FC236}">
                <a16:creationId xmlns:a16="http://schemas.microsoft.com/office/drawing/2014/main" id="{3B9F23A9-0519-4A39-A9F9-F965C17D58A0}"/>
              </a:ext>
            </a:extLst>
          </p:cNvPr>
          <p:cNvSpPr/>
          <p:nvPr userDrawn="1"/>
        </p:nvSpPr>
        <p:spPr>
          <a:xfrm>
            <a:off x="5981848" y="320040"/>
            <a:ext cx="5888736" cy="6217920"/>
          </a:xfrm>
          <a:prstGeom prst="rect">
            <a:avLst/>
          </a:prstGeom>
          <a:noFill/>
          <a:ln w="6350" cap="sq" cmpd="sng" algn="ctr">
            <a:solidFill>
              <a:schemeClr val="bg1"/>
            </a:solidFill>
            <a:prstDash val="solid"/>
            <a:miter lim="800000"/>
          </a:ln>
          <a:effectLst>
            <a:softEdge rad="0"/>
          </a:effectLst>
        </p:spPr>
      </p:sp>
      <p:sp>
        <p:nvSpPr>
          <p:cNvPr id="9" name="Date Placeholder 6">
            <a:extLst>
              <a:ext uri="{FF2B5EF4-FFF2-40B4-BE49-F238E27FC236}">
                <a16:creationId xmlns:a16="http://schemas.microsoft.com/office/drawing/2014/main" id="{F3EB17D9-2389-4D1F-AC98-7CC3F79840B2}"/>
              </a:ext>
            </a:extLst>
          </p:cNvPr>
          <p:cNvSpPr txBox="1">
            <a:spLocks/>
          </p:cNvSpPr>
          <p:nvPr userDrawn="1"/>
        </p:nvSpPr>
        <p:spPr>
          <a:xfrm>
            <a:off x="7554616" y="383781"/>
            <a:ext cx="2743200" cy="256032"/>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solidFill>
                  <a:schemeClr val="bg1"/>
                </a:solidFill>
                <a:latin typeface="Calibri" panose="020F0502020204030204" pitchFamily="34" charset="0"/>
              </a:rPr>
              <a:t>20XX</a:t>
            </a:r>
          </a:p>
        </p:txBody>
      </p:sp>
      <p:sp>
        <p:nvSpPr>
          <p:cNvPr id="11" name="Footer Placeholder 7">
            <a:extLst>
              <a:ext uri="{FF2B5EF4-FFF2-40B4-BE49-F238E27FC236}">
                <a16:creationId xmlns:a16="http://schemas.microsoft.com/office/drawing/2014/main" id="{40E55EFF-7AC0-4ACD-B826-CA1E384CCF4C}"/>
              </a:ext>
            </a:extLst>
          </p:cNvPr>
          <p:cNvSpPr txBox="1">
            <a:spLocks/>
          </p:cNvSpPr>
          <p:nvPr userDrawn="1"/>
        </p:nvSpPr>
        <p:spPr>
          <a:xfrm>
            <a:off x="6303580" y="6214535"/>
            <a:ext cx="4696948" cy="256032"/>
          </a:xfrm>
          <a:prstGeom prst="rect">
            <a:avLst/>
          </a:prstGeom>
        </p:spPr>
        <p:txBody>
          <a:bodyPr vert="horz" lIns="91440" tIns="45720" rIns="91440" bIns="45720" rtlCol="0" anchor="b"/>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schemeClr val="bg1"/>
                </a:solidFill>
                <a:latin typeface="Calibri" panose="020F0502020204030204" pitchFamily="34" charset="0"/>
              </a:rPr>
              <a:t>Sample Footer Text</a:t>
            </a:r>
          </a:p>
        </p:txBody>
      </p:sp>
      <p:sp>
        <p:nvSpPr>
          <p:cNvPr id="12" name="Slide Number Placeholder 8">
            <a:extLst>
              <a:ext uri="{FF2B5EF4-FFF2-40B4-BE49-F238E27FC236}">
                <a16:creationId xmlns:a16="http://schemas.microsoft.com/office/drawing/2014/main" id="{C6C2D606-DD47-4DA7-AF9B-9A8E401BCAFF}"/>
              </a:ext>
            </a:extLst>
          </p:cNvPr>
          <p:cNvSpPr txBox="1">
            <a:spLocks/>
          </p:cNvSpPr>
          <p:nvPr userDrawn="1"/>
        </p:nvSpPr>
        <p:spPr>
          <a:xfrm>
            <a:off x="11104451" y="6214535"/>
            <a:ext cx="605266" cy="256032"/>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4B7E4EF-A1BD-40F4-AB7B-04F084DD991D}" type="slidenum">
              <a:rPr lang="en-US" smtClean="0">
                <a:solidFill>
                  <a:schemeClr val="bg1"/>
                </a:solidFill>
                <a:latin typeface="Calibri" panose="020F0502020204030204" pitchFamily="34" charset="0"/>
              </a:rPr>
              <a:pPr/>
              <a:t>‹#›</a:t>
            </a:fld>
            <a:endParaRPr lang="en-US">
              <a:solidFill>
                <a:schemeClr val="bg1"/>
              </a:solidFill>
              <a:latin typeface="Calibri" panose="020F0502020204030204" pitchFamily="34" charset="0"/>
            </a:endParaRPr>
          </a:p>
        </p:txBody>
      </p:sp>
      <p:sp>
        <p:nvSpPr>
          <p:cNvPr id="15" name="Picture Placeholder 14">
            <a:extLst>
              <a:ext uri="{FF2B5EF4-FFF2-40B4-BE49-F238E27FC236}">
                <a16:creationId xmlns:a16="http://schemas.microsoft.com/office/drawing/2014/main" id="{6623DC60-EE1A-4367-A357-5F11D942252B}"/>
              </a:ext>
            </a:extLst>
          </p:cNvPr>
          <p:cNvSpPr>
            <a:spLocks noGrp="1"/>
          </p:cNvSpPr>
          <p:nvPr>
            <p:ph type="pic" sz="quarter" idx="10"/>
          </p:nvPr>
        </p:nvSpPr>
        <p:spPr>
          <a:xfrm>
            <a:off x="0" y="0"/>
            <a:ext cx="5659438" cy="6858000"/>
          </a:xfrm>
        </p:spPr>
        <p:txBody>
          <a:bodyPr/>
          <a:lstStyle/>
          <a:p>
            <a:endParaRPr lang="en-US"/>
          </a:p>
        </p:txBody>
      </p:sp>
      <p:sp>
        <p:nvSpPr>
          <p:cNvPr id="5" name="Content Placeholder 4">
            <a:extLst>
              <a:ext uri="{FF2B5EF4-FFF2-40B4-BE49-F238E27FC236}">
                <a16:creationId xmlns:a16="http://schemas.microsoft.com/office/drawing/2014/main" id="{7095E6F1-8633-46DB-A612-89A5079F7EF4}"/>
              </a:ext>
            </a:extLst>
          </p:cNvPr>
          <p:cNvSpPr>
            <a:spLocks noGrp="1"/>
          </p:cNvSpPr>
          <p:nvPr>
            <p:ph sz="quarter" idx="11"/>
          </p:nvPr>
        </p:nvSpPr>
        <p:spPr>
          <a:xfrm>
            <a:off x="6372625" y="2108844"/>
            <a:ext cx="5103812" cy="3790950"/>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771211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24342A2-B2E9-4AE9-9AFD-C5F77777E326}"/>
              </a:ext>
              <a:ext uri="{C183D7F6-B498-43B3-948B-1728B52AA6E4}">
                <adec:decorative xmlns:adec="http://schemas.microsoft.com/office/drawing/2017/decorative" val="1"/>
              </a:ext>
            </a:extLst>
          </p:cNvPr>
          <p:cNvSpPr/>
          <p:nvPr userDrawn="1"/>
        </p:nvSpPr>
        <p:spPr>
          <a:xfrm>
            <a:off x="453190" y="457200"/>
            <a:ext cx="11281609" cy="5943603"/>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9" name="Rectangle 18">
            <a:extLst>
              <a:ext uri="{FF2B5EF4-FFF2-40B4-BE49-F238E27FC236}">
                <a16:creationId xmlns:a16="http://schemas.microsoft.com/office/drawing/2014/main" id="{C086CEFC-AE66-4E11-8B5A-880177E1278E}"/>
              </a:ext>
              <a:ext uri="{C183D7F6-B498-43B3-948B-1728B52AA6E4}">
                <adec:decorative xmlns:adec="http://schemas.microsoft.com/office/drawing/2017/decorative" val="1"/>
              </a:ext>
            </a:extLst>
          </p:cNvPr>
          <p:cNvSpPr/>
          <p:nvPr userDrawn="1"/>
        </p:nvSpPr>
        <p:spPr>
          <a:xfrm>
            <a:off x="616737" y="621793"/>
            <a:ext cx="6651809" cy="5614416"/>
          </a:xfrm>
          <a:prstGeom prst="rect">
            <a:avLst/>
          </a:prstGeom>
          <a:solidFill>
            <a:schemeClr val="tx1">
              <a:lumMod val="75000"/>
              <a:lumOff val="25000"/>
            </a:schemeClr>
          </a:solidFill>
          <a:ln w="6350" cap="sq" cmpd="sng" algn="ctr">
            <a:noFill/>
            <a:prstDash val="solid"/>
            <a:miter lim="800000"/>
          </a:ln>
          <a:effectLst/>
        </p:spPr>
      </p:sp>
      <p:sp>
        <p:nvSpPr>
          <p:cNvPr id="2" name="Title 1">
            <a:extLst>
              <a:ext uri="{FF2B5EF4-FFF2-40B4-BE49-F238E27FC236}">
                <a16:creationId xmlns:a16="http://schemas.microsoft.com/office/drawing/2014/main" id="{41DABDA3-AA10-4304-B3C8-D5B655DE3421}"/>
              </a:ext>
            </a:extLst>
          </p:cNvPr>
          <p:cNvSpPr>
            <a:spLocks noGrp="1"/>
          </p:cNvSpPr>
          <p:nvPr>
            <p:ph type="title"/>
          </p:nvPr>
        </p:nvSpPr>
        <p:spPr>
          <a:xfrm>
            <a:off x="1078158" y="2100942"/>
            <a:ext cx="5716339" cy="2290607"/>
          </a:xfrm>
        </p:spPr>
        <p:txBody>
          <a:bodyPr anchor="b"/>
          <a:lstStyle>
            <a:lvl1pPr algn="ctr">
              <a:defRPr>
                <a:solidFill>
                  <a:schemeClr val="bg1"/>
                </a:solidFill>
              </a:defRPr>
            </a:lvl1pPr>
          </a:lstStyle>
          <a:p>
            <a:r>
              <a:rPr lang="en-US"/>
              <a:t>Click to edit</a:t>
            </a:r>
          </a:p>
        </p:txBody>
      </p:sp>
      <p:sp>
        <p:nvSpPr>
          <p:cNvPr id="23" name="Rectangle 22">
            <a:extLst>
              <a:ext uri="{FF2B5EF4-FFF2-40B4-BE49-F238E27FC236}">
                <a16:creationId xmlns:a16="http://schemas.microsoft.com/office/drawing/2014/main" id="{6EB1E9D9-0DDD-4554-A021-4FE50439A138}"/>
              </a:ext>
              <a:ext uri="{C183D7F6-B498-43B3-948B-1728B52AA6E4}">
                <adec:decorative xmlns:adec="http://schemas.microsoft.com/office/drawing/2017/decorative" val="1"/>
              </a:ext>
            </a:extLst>
          </p:cNvPr>
          <p:cNvSpPr/>
          <p:nvPr userDrawn="1"/>
        </p:nvSpPr>
        <p:spPr>
          <a:xfrm>
            <a:off x="3023061" y="446824"/>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Date Placeholder 17">
            <a:extLst>
              <a:ext uri="{FF2B5EF4-FFF2-40B4-BE49-F238E27FC236}">
                <a16:creationId xmlns:a16="http://schemas.microsoft.com/office/drawing/2014/main" id="{3B5075EC-8E09-4BB4-8C8F-6177ECD95A83}"/>
              </a:ext>
            </a:extLst>
          </p:cNvPr>
          <p:cNvSpPr>
            <a:spLocks noGrp="1"/>
          </p:cNvSpPr>
          <p:nvPr>
            <p:ph type="dt" sz="half" idx="10"/>
          </p:nvPr>
        </p:nvSpPr>
        <p:spPr>
          <a:xfrm>
            <a:off x="3205941" y="493108"/>
            <a:ext cx="1554480" cy="527213"/>
          </a:xfrm>
        </p:spPr>
        <p:txBody>
          <a:bodyPr/>
          <a:lstStyle>
            <a:lvl1pPr>
              <a:defRPr baseline="0">
                <a:solidFill>
                  <a:schemeClr val="bg1"/>
                </a:solidFill>
              </a:defRPr>
            </a:lvl1pPr>
          </a:lstStyle>
          <a:p>
            <a:pPr algn="ctr" defTabSz="914400">
              <a:defRPr/>
            </a:pPr>
            <a:r>
              <a:rPr lang="en-US" sz="1300"/>
              <a:t>20XX</a:t>
            </a:r>
          </a:p>
        </p:txBody>
      </p:sp>
      <p:sp>
        <p:nvSpPr>
          <p:cNvPr id="5" name="Text Placeholder 4">
            <a:extLst>
              <a:ext uri="{FF2B5EF4-FFF2-40B4-BE49-F238E27FC236}">
                <a16:creationId xmlns:a16="http://schemas.microsoft.com/office/drawing/2014/main" id="{B8A8819A-9552-4858-92F8-FB441C3A45A5}"/>
              </a:ext>
            </a:extLst>
          </p:cNvPr>
          <p:cNvSpPr>
            <a:spLocks noGrp="1"/>
          </p:cNvSpPr>
          <p:nvPr>
            <p:ph type="body" sz="quarter" idx="15"/>
          </p:nvPr>
        </p:nvSpPr>
        <p:spPr>
          <a:xfrm>
            <a:off x="1078157" y="4698173"/>
            <a:ext cx="5716339" cy="658674"/>
          </a:xfrm>
        </p:spPr>
        <p:txBody>
          <a:bodyPr>
            <a:normAutofit/>
          </a:bodyPr>
          <a:lstStyle>
            <a:lvl1pPr marL="0" indent="0" algn="ctr">
              <a:buNone/>
              <a:defRPr lang="en-US" sz="2000" kern="1200" dirty="0" smtClean="0">
                <a:solidFill>
                  <a:schemeClr val="bg1"/>
                </a:solidFill>
                <a:latin typeface="Calibri" panose="020F0502020204030204" pitchFamily="34" charset="0"/>
                <a:ea typeface="+mn-ea"/>
                <a:cs typeface="+mn-cs"/>
              </a:defRPr>
            </a:lvl1pPr>
            <a:lvl2pPr marL="274320" indent="0">
              <a:buNone/>
              <a:defRPr/>
            </a:lvl2pPr>
          </a:lstStyle>
          <a:p>
            <a:pPr lvl="0"/>
            <a:r>
              <a:rPr lang="en-US"/>
              <a:t>Click to edit Master text styles</a:t>
            </a:r>
          </a:p>
        </p:txBody>
      </p:sp>
      <p:sp>
        <p:nvSpPr>
          <p:cNvPr id="16" name="Footer Placeholder 18">
            <a:extLst>
              <a:ext uri="{FF2B5EF4-FFF2-40B4-BE49-F238E27FC236}">
                <a16:creationId xmlns:a16="http://schemas.microsoft.com/office/drawing/2014/main" id="{D2BAF328-75D1-490D-BF37-96EE6C0843E2}"/>
              </a:ext>
            </a:extLst>
          </p:cNvPr>
          <p:cNvSpPr txBox="1">
            <a:spLocks/>
          </p:cNvSpPr>
          <p:nvPr userDrawn="1"/>
        </p:nvSpPr>
        <p:spPr>
          <a:xfrm>
            <a:off x="1243632" y="5641118"/>
            <a:ext cx="5068569" cy="310819"/>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914400">
              <a:defRPr/>
            </a:pPr>
            <a:r>
              <a:rPr lang="en-US">
                <a:solidFill>
                  <a:schemeClr val="bg1"/>
                </a:solidFill>
                <a:latin typeface="Calibri" panose="020F0502020204030204" pitchFamily="34" charset="0"/>
              </a:rPr>
              <a:t>Sample Footer Text</a:t>
            </a:r>
          </a:p>
        </p:txBody>
      </p:sp>
      <p:sp>
        <p:nvSpPr>
          <p:cNvPr id="22" name="Picture Placeholder 21">
            <a:extLst>
              <a:ext uri="{FF2B5EF4-FFF2-40B4-BE49-F238E27FC236}">
                <a16:creationId xmlns:a16="http://schemas.microsoft.com/office/drawing/2014/main" id="{27D11998-188A-4F5B-9931-8BA54D2802A5}"/>
              </a:ext>
            </a:extLst>
          </p:cNvPr>
          <p:cNvSpPr>
            <a:spLocks noGrp="1"/>
          </p:cNvSpPr>
          <p:nvPr>
            <p:ph type="pic" sz="quarter" idx="13"/>
          </p:nvPr>
        </p:nvSpPr>
        <p:spPr>
          <a:xfrm>
            <a:off x="7419974" y="621784"/>
            <a:ext cx="1989495" cy="2843222"/>
          </a:xfrm>
        </p:spPr>
        <p:txBody>
          <a:bodyPr/>
          <a:lstStyle/>
          <a:p>
            <a:endParaRPr lang="en-US"/>
          </a:p>
        </p:txBody>
      </p:sp>
      <p:sp>
        <p:nvSpPr>
          <p:cNvPr id="37" name="Picture Placeholder 21">
            <a:extLst>
              <a:ext uri="{FF2B5EF4-FFF2-40B4-BE49-F238E27FC236}">
                <a16:creationId xmlns:a16="http://schemas.microsoft.com/office/drawing/2014/main" id="{F268C43A-0DA4-4ECC-A368-08AB69EDAE79}"/>
              </a:ext>
            </a:extLst>
          </p:cNvPr>
          <p:cNvSpPr>
            <a:spLocks noGrp="1"/>
          </p:cNvSpPr>
          <p:nvPr>
            <p:ph type="pic" sz="quarter" idx="16"/>
          </p:nvPr>
        </p:nvSpPr>
        <p:spPr>
          <a:xfrm>
            <a:off x="9570334" y="627380"/>
            <a:ext cx="1980056" cy="2837626"/>
          </a:xfrm>
        </p:spPr>
        <p:txBody>
          <a:bodyPr/>
          <a:lstStyle/>
          <a:p>
            <a:endParaRPr lang="en-US"/>
          </a:p>
        </p:txBody>
      </p:sp>
      <p:sp>
        <p:nvSpPr>
          <p:cNvPr id="24" name="Picture Placeholder 23">
            <a:extLst>
              <a:ext uri="{FF2B5EF4-FFF2-40B4-BE49-F238E27FC236}">
                <a16:creationId xmlns:a16="http://schemas.microsoft.com/office/drawing/2014/main" id="{60F109E5-BC65-4431-A2E5-4A145EC7B38A}"/>
              </a:ext>
            </a:extLst>
          </p:cNvPr>
          <p:cNvSpPr>
            <a:spLocks noGrp="1"/>
          </p:cNvSpPr>
          <p:nvPr>
            <p:ph type="pic" sz="quarter" idx="14"/>
          </p:nvPr>
        </p:nvSpPr>
        <p:spPr>
          <a:xfrm>
            <a:off x="7432093" y="3636193"/>
            <a:ext cx="4123320" cy="2594427"/>
          </a:xfrm>
        </p:spPr>
        <p:txBody>
          <a:bodyPr/>
          <a:lstStyle/>
          <a:p>
            <a:endParaRPr lang="en-US"/>
          </a:p>
        </p:txBody>
      </p:sp>
      <p:grpSp>
        <p:nvGrpSpPr>
          <p:cNvPr id="3" name="Group 2">
            <a:extLst>
              <a:ext uri="{FF2B5EF4-FFF2-40B4-BE49-F238E27FC236}">
                <a16:creationId xmlns:a16="http://schemas.microsoft.com/office/drawing/2014/main" id="{57F02ED2-9B1A-40C8-A5F7-4473CAA3C0B2}"/>
              </a:ext>
              <a:ext uri="{C183D7F6-B498-43B3-948B-1728B52AA6E4}">
                <adec:decorative xmlns:adec="http://schemas.microsoft.com/office/drawing/2017/decorative" val="1"/>
              </a:ext>
            </a:extLst>
          </p:cNvPr>
          <p:cNvGrpSpPr/>
          <p:nvPr userDrawn="1"/>
        </p:nvGrpSpPr>
        <p:grpSpPr>
          <a:xfrm>
            <a:off x="3137361" y="446823"/>
            <a:ext cx="1691640" cy="645295"/>
            <a:chOff x="3137361" y="446823"/>
            <a:chExt cx="1691640" cy="645295"/>
          </a:xfrm>
        </p:grpSpPr>
        <p:cxnSp>
          <p:nvCxnSpPr>
            <p:cNvPr id="25" name="Straight Connector 24">
              <a:extLst>
                <a:ext uri="{FF2B5EF4-FFF2-40B4-BE49-F238E27FC236}">
                  <a16:creationId xmlns:a16="http://schemas.microsoft.com/office/drawing/2014/main" id="{ED8AC6A1-19DE-4EAE-91E5-A9E82CEA38BC}"/>
                </a:ext>
                <a:ext uri="{C183D7F6-B498-43B3-948B-1728B52AA6E4}">
                  <adec:decorative xmlns:adec="http://schemas.microsoft.com/office/drawing/2017/decorative" val="1"/>
                </a:ext>
              </a:extLst>
            </p:cNvPr>
            <p:cNvCxnSpPr/>
            <p:nvPr userDrawn="1"/>
          </p:nvCxnSpPr>
          <p:spPr>
            <a:xfrm>
              <a:off x="3137361"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9AC828E-AA99-4E2C-A30C-D8B9DFF16817}"/>
                </a:ext>
                <a:ext uri="{C183D7F6-B498-43B3-948B-1728B52AA6E4}">
                  <adec:decorative xmlns:adec="http://schemas.microsoft.com/office/drawing/2017/decorative" val="1"/>
                </a:ext>
              </a:extLst>
            </p:cNvPr>
            <p:cNvCxnSpPr/>
            <p:nvPr userDrawn="1"/>
          </p:nvCxnSpPr>
          <p:spPr>
            <a:xfrm>
              <a:off x="4829001"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62D63C1-826F-42FC-9EC1-0320620BB119}"/>
                </a:ext>
                <a:ext uri="{C183D7F6-B498-43B3-948B-1728B52AA6E4}">
                  <adec:decorative xmlns:adec="http://schemas.microsoft.com/office/drawing/2017/decorative" val="1"/>
                </a:ext>
              </a:extLst>
            </p:cNvPr>
            <p:cNvCxnSpPr/>
            <p:nvPr userDrawn="1"/>
          </p:nvCxnSpPr>
          <p:spPr>
            <a:xfrm>
              <a:off x="3137361" y="1092118"/>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18" name="Slide Number Placeholder 21">
            <a:extLst>
              <a:ext uri="{FF2B5EF4-FFF2-40B4-BE49-F238E27FC236}">
                <a16:creationId xmlns:a16="http://schemas.microsoft.com/office/drawing/2014/main" id="{5A2A2B37-48E8-4C00-91B4-63F0C7AAE23F}"/>
              </a:ext>
            </a:extLst>
          </p:cNvPr>
          <p:cNvSpPr txBox="1">
            <a:spLocks/>
          </p:cNvSpPr>
          <p:nvPr userDrawn="1"/>
        </p:nvSpPr>
        <p:spPr>
          <a:xfrm>
            <a:off x="9443794" y="6392314"/>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fld id="{70B1FE82-5036-4003-B709-0840DA750BBE}" type="slidenum">
              <a:rPr lang="en-US" smtClean="0">
                <a:solidFill>
                  <a:srgbClr val="FFFFFF"/>
                </a:solidFill>
                <a:effectLst>
                  <a:outerShdw blurRad="50800" dist="38100" dir="2700000" algn="tl" rotWithShape="0">
                    <a:prstClr val="black">
                      <a:alpha val="43000"/>
                    </a:prstClr>
                  </a:outerShdw>
                </a:effectLst>
                <a:latin typeface="Calibri" panose="020F0502020204030204" pitchFamily="34" charset="0"/>
              </a:rPr>
              <a:pPr defTabSz="914400">
                <a:defRPr/>
              </a:pPr>
              <a:t>‹#›</a:t>
            </a:fld>
            <a:endParaRPr lang="en-US">
              <a:solidFill>
                <a:srgbClr val="FFFFFF"/>
              </a:solidFill>
              <a:effectLst>
                <a:outerShdw blurRad="50800" dist="38100" dir="2700000" algn="tl" rotWithShape="0">
                  <a:prstClr val="black">
                    <a:alpha val="43000"/>
                  </a:prstClr>
                </a:outerShdw>
              </a:effectLst>
              <a:latin typeface="Calibri" panose="020F0502020204030204" pitchFamily="34" charset="0"/>
            </a:endParaRPr>
          </a:p>
        </p:txBody>
      </p:sp>
    </p:spTree>
    <p:extLst>
      <p:ext uri="{BB962C8B-B14F-4D97-AF65-F5344CB8AC3E}">
        <p14:creationId xmlns:p14="http://schemas.microsoft.com/office/powerpoint/2010/main" val="161261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ED0543DF-8CFA-4CBD-AF23-D059985D344D}"/>
              </a:ext>
            </a:extLst>
          </p:cNvPr>
          <p:cNvSpPr>
            <a:spLocks noGrp="1"/>
          </p:cNvSpPr>
          <p:nvPr>
            <p:ph type="pic" sz="quarter" idx="14"/>
          </p:nvPr>
        </p:nvSpPr>
        <p:spPr>
          <a:xfrm>
            <a:off x="0" y="0"/>
            <a:ext cx="12192000" cy="6858000"/>
          </a:xfrm>
          <a:custGeom>
            <a:avLst/>
            <a:gdLst>
              <a:gd name="connsiteX0" fmla="*/ 937329 w 12192000"/>
              <a:gd name="connsiteY0" fmla="*/ 941695 h 6858000"/>
              <a:gd name="connsiteX1" fmla="*/ 937329 w 12192000"/>
              <a:gd name="connsiteY1" fmla="*/ 5916305 h 6858000"/>
              <a:gd name="connsiteX2" fmla="*/ 6389856 w 12192000"/>
              <a:gd name="connsiteY2" fmla="*/ 5916305 h 6858000"/>
              <a:gd name="connsiteX3" fmla="*/ 6389856 w 12192000"/>
              <a:gd name="connsiteY3" fmla="*/ 941695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937329" y="941695"/>
                </a:moveTo>
                <a:lnTo>
                  <a:pt x="937329" y="5916305"/>
                </a:lnTo>
                <a:lnTo>
                  <a:pt x="6389856" y="5916305"/>
                </a:lnTo>
                <a:lnTo>
                  <a:pt x="6389856" y="941695"/>
                </a:lnTo>
                <a:close/>
                <a:moveTo>
                  <a:pt x="0" y="0"/>
                </a:moveTo>
                <a:lnTo>
                  <a:pt x="12192000" y="0"/>
                </a:lnTo>
                <a:lnTo>
                  <a:pt x="12192000" y="6858000"/>
                </a:lnTo>
                <a:lnTo>
                  <a:pt x="0" y="6858000"/>
                </a:lnTo>
                <a:close/>
              </a:path>
            </a:pathLst>
          </a:custGeom>
        </p:spPr>
        <p:txBody>
          <a:bodyPr wrap="square">
            <a:noAutofit/>
          </a:bodyPr>
          <a:lstStyle/>
          <a:p>
            <a:endParaRPr lang="en-US"/>
          </a:p>
        </p:txBody>
      </p:sp>
      <p:sp>
        <p:nvSpPr>
          <p:cNvPr id="21" name="Rectangle 20">
            <a:extLst>
              <a:ext uri="{FF2B5EF4-FFF2-40B4-BE49-F238E27FC236}">
                <a16:creationId xmlns:a16="http://schemas.microsoft.com/office/drawing/2014/main" id="{A61A2AD8-D5EA-48FD-B19E-788E4D9782BB}"/>
              </a:ext>
              <a:ext uri="{C183D7F6-B498-43B3-948B-1728B52AA6E4}">
                <adec:decorative xmlns:adec="http://schemas.microsoft.com/office/drawing/2017/decorative" val="1"/>
              </a:ext>
            </a:extLst>
          </p:cNvPr>
          <p:cNvSpPr/>
          <p:nvPr userDrawn="1"/>
        </p:nvSpPr>
        <p:spPr>
          <a:xfrm>
            <a:off x="937329" y="941695"/>
            <a:ext cx="5452527" cy="4974610"/>
          </a:xfrm>
          <a:prstGeom prst="rect">
            <a:avLst/>
          </a:prstGeom>
          <a:solidFill>
            <a:schemeClr val="tx1">
              <a:lumMod val="75000"/>
              <a:lumOff val="25000"/>
            </a:schemeClr>
          </a:solidFill>
          <a:ln w="6350" cap="sq" cmpd="sng" algn="ctr">
            <a:noFill/>
            <a:prstDash val="solid"/>
            <a:miter lim="800000"/>
          </a:ln>
          <a:effectLst/>
        </p:spPr>
      </p:sp>
      <p:sp>
        <p:nvSpPr>
          <p:cNvPr id="23" name="Rectangle 22">
            <a:extLst>
              <a:ext uri="{FF2B5EF4-FFF2-40B4-BE49-F238E27FC236}">
                <a16:creationId xmlns:a16="http://schemas.microsoft.com/office/drawing/2014/main" id="{0682D9D6-0C91-4BAA-B631-B4A597F6D49E}"/>
              </a:ext>
              <a:ext uri="{C183D7F6-B498-43B3-948B-1728B52AA6E4}">
                <adec:decorative xmlns:adec="http://schemas.microsoft.com/office/drawing/2017/decorative" val="1"/>
              </a:ext>
            </a:extLst>
          </p:cNvPr>
          <p:cNvSpPr/>
          <p:nvPr userDrawn="1"/>
        </p:nvSpPr>
        <p:spPr>
          <a:xfrm>
            <a:off x="1103272" y="1106424"/>
            <a:ext cx="5120640" cy="4645152"/>
          </a:xfrm>
          <a:prstGeom prst="rect">
            <a:avLst/>
          </a:prstGeom>
          <a:noFill/>
          <a:ln w="6350" cap="sq" cmpd="sng" algn="ctr">
            <a:solidFill>
              <a:schemeClr val="bg1"/>
            </a:solidFill>
            <a:prstDash val="solid"/>
            <a:miter lim="800000"/>
          </a:ln>
          <a:effectLst>
            <a:softEdge rad="0"/>
          </a:effectLst>
        </p:spPr>
      </p:sp>
      <p:sp>
        <p:nvSpPr>
          <p:cNvPr id="2" name="Title 1">
            <a:extLst>
              <a:ext uri="{FF2B5EF4-FFF2-40B4-BE49-F238E27FC236}">
                <a16:creationId xmlns:a16="http://schemas.microsoft.com/office/drawing/2014/main" id="{AF26F410-6A1D-427A-8C06-A0023004F50B}"/>
              </a:ext>
            </a:extLst>
          </p:cNvPr>
          <p:cNvSpPr>
            <a:spLocks noGrp="1"/>
          </p:cNvSpPr>
          <p:nvPr>
            <p:ph type="title"/>
          </p:nvPr>
        </p:nvSpPr>
        <p:spPr>
          <a:xfrm>
            <a:off x="1357950" y="2197853"/>
            <a:ext cx="4633415" cy="851219"/>
          </a:xfrm>
        </p:spPr>
        <p:txBody>
          <a:bodyPr/>
          <a:lstStyle>
            <a:lvl1pPr algn="ctr">
              <a:defRPr>
                <a:solidFill>
                  <a:schemeClr val="bg1"/>
                </a:solidFill>
              </a:defRPr>
            </a:lvl1pPr>
          </a:lstStyle>
          <a:p>
            <a:r>
              <a:rPr lang="en-US"/>
              <a:t>Click to edit</a:t>
            </a:r>
          </a:p>
        </p:txBody>
      </p:sp>
      <p:sp>
        <p:nvSpPr>
          <p:cNvPr id="25" name="Date Placeholder 7">
            <a:extLst>
              <a:ext uri="{FF2B5EF4-FFF2-40B4-BE49-F238E27FC236}">
                <a16:creationId xmlns:a16="http://schemas.microsoft.com/office/drawing/2014/main" id="{53A572F0-78E4-4979-BD85-E9F315B0C605}"/>
              </a:ext>
            </a:extLst>
          </p:cNvPr>
          <p:cNvSpPr>
            <a:spLocks noGrp="1"/>
          </p:cNvSpPr>
          <p:nvPr>
            <p:ph type="dt" sz="half" idx="10"/>
          </p:nvPr>
        </p:nvSpPr>
        <p:spPr>
          <a:xfrm>
            <a:off x="2291992" y="1162386"/>
            <a:ext cx="2743200" cy="256032"/>
          </a:xfrm>
        </p:spPr>
        <p:txBody>
          <a:bodyPr/>
          <a:lstStyle>
            <a:lvl1pPr>
              <a:defRPr>
                <a:solidFill>
                  <a:schemeClr val="bg1"/>
                </a:solidFill>
              </a:defRPr>
            </a:lvl1pPr>
          </a:lstStyle>
          <a:p>
            <a:pPr algn="ctr"/>
            <a:r>
              <a:rPr lang="en-US"/>
              <a:t>20XX</a:t>
            </a:r>
          </a:p>
        </p:txBody>
      </p:sp>
      <p:sp>
        <p:nvSpPr>
          <p:cNvPr id="4" name="Content Placeholder 3">
            <a:extLst>
              <a:ext uri="{FF2B5EF4-FFF2-40B4-BE49-F238E27FC236}">
                <a16:creationId xmlns:a16="http://schemas.microsoft.com/office/drawing/2014/main" id="{856F1164-CE64-4728-83B0-E5316C16DF29}"/>
              </a:ext>
            </a:extLst>
          </p:cNvPr>
          <p:cNvSpPr>
            <a:spLocks noGrp="1"/>
          </p:cNvSpPr>
          <p:nvPr>
            <p:ph sz="quarter" idx="16"/>
          </p:nvPr>
        </p:nvSpPr>
        <p:spPr>
          <a:xfrm>
            <a:off x="1357313" y="3308350"/>
            <a:ext cx="4633912" cy="2141632"/>
          </a:xfrm>
        </p:spPr>
        <p:txBody>
          <a:bodyPr/>
          <a:lstStyle>
            <a:lvl1pPr marL="0" indent="0" algn="ctr">
              <a:buNone/>
              <a:defRPr baseline="0">
                <a:solidFill>
                  <a:schemeClr val="bg1"/>
                </a:solidFill>
              </a:defRPr>
            </a:lvl1pPr>
            <a:lvl2pPr marL="274320" indent="0" algn="ctr">
              <a:buNone/>
              <a:defRPr baseline="0">
                <a:solidFill>
                  <a:schemeClr val="bg1"/>
                </a:solidFill>
              </a:defRPr>
            </a:lvl2pPr>
            <a:lvl3pPr marL="548640" indent="0">
              <a:buNone/>
              <a:defRPr>
                <a:solidFill>
                  <a:schemeClr val="bg1"/>
                </a:solidFill>
              </a:defRPr>
            </a:lvl3pPr>
            <a:lvl4pPr marL="822960" indent="0">
              <a:buNone/>
              <a:defRPr>
                <a:solidFill>
                  <a:schemeClr val="bg1"/>
                </a:solidFill>
              </a:defRPr>
            </a:lvl4pPr>
            <a:lvl5pPr marL="1097280" indent="0">
              <a:buNone/>
              <a:defRPr>
                <a:solidFill>
                  <a:schemeClr val="bg1"/>
                </a:solidFill>
              </a:defRPr>
            </a:lvl5pPr>
          </a:lstStyle>
          <a:p>
            <a:pPr lvl="0"/>
            <a:r>
              <a:rPr lang="en-US"/>
              <a:t>Click to edit Master text styles</a:t>
            </a:r>
          </a:p>
          <a:p>
            <a:pPr lvl="1"/>
            <a:endParaRPr lang="en-US"/>
          </a:p>
        </p:txBody>
      </p:sp>
      <p:sp>
        <p:nvSpPr>
          <p:cNvPr id="27" name="Footer Placeholder 8">
            <a:extLst>
              <a:ext uri="{FF2B5EF4-FFF2-40B4-BE49-F238E27FC236}">
                <a16:creationId xmlns:a16="http://schemas.microsoft.com/office/drawing/2014/main" id="{DEA4EBDD-4088-4396-BD3F-3AB4BEFB205C}"/>
              </a:ext>
            </a:extLst>
          </p:cNvPr>
          <p:cNvSpPr>
            <a:spLocks noGrp="1"/>
          </p:cNvSpPr>
          <p:nvPr>
            <p:ph type="ftr" sz="quarter" idx="11"/>
          </p:nvPr>
        </p:nvSpPr>
        <p:spPr>
          <a:xfrm>
            <a:off x="1357950" y="5472763"/>
            <a:ext cx="4636008" cy="256032"/>
          </a:xfrm>
        </p:spPr>
        <p:txBody>
          <a:bodyPr/>
          <a:lstStyle>
            <a:lvl1pPr algn="ctr">
              <a:defRPr>
                <a:solidFill>
                  <a:schemeClr val="bg1"/>
                </a:solidFill>
              </a:defRPr>
            </a:lvl1pPr>
          </a:lstStyle>
          <a:p>
            <a:r>
              <a:rPr lang="en-US"/>
              <a:t>Sample Footer Text</a:t>
            </a:r>
          </a:p>
        </p:txBody>
      </p:sp>
    </p:spTree>
    <p:extLst>
      <p:ext uri="{BB962C8B-B14F-4D97-AF65-F5344CB8AC3E}">
        <p14:creationId xmlns:p14="http://schemas.microsoft.com/office/powerpoint/2010/main" val="3848941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r>
              <a:rPr lang="en-US"/>
              <a:t>20XX</a:t>
            </a:r>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2698904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Calibri" panose="020F0502020204030204" pitchFamily="34" charset="0"/>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Sample Footer Text</a:t>
            </a:r>
          </a:p>
        </p:txBody>
      </p:sp>
      <p:sp>
        <p:nvSpPr>
          <p:cNvPr id="7" name="Date Placeholder 6"/>
          <p:cNvSpPr>
            <a:spLocks noGrp="1"/>
          </p:cNvSpPr>
          <p:nvPr>
            <p:ph type="dt" sz="half" idx="10"/>
          </p:nvPr>
        </p:nvSpPr>
        <p:spPr/>
        <p:txBody>
          <a:bodyPr/>
          <a:lstStyle>
            <a:lvl1pPr>
              <a:defRPr/>
            </a:lvl1pPr>
          </a:lstStyle>
          <a:p>
            <a:r>
              <a:rPr lang="en-US"/>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34056492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9848" y="2074334"/>
            <a:ext cx="3053588" cy="640080"/>
          </a:xfrm>
        </p:spPr>
        <p:txBody>
          <a:bodyPr anchor="ctr">
            <a:normAutofit/>
          </a:bodyPr>
          <a:lstStyle>
            <a:lvl1pPr marL="0" indent="0" algn="l">
              <a:spcBef>
                <a:spcPts val="0"/>
              </a:spcBef>
              <a:buNone/>
              <a:defRPr sz="1900" b="1" i="0">
                <a:solidFill>
                  <a:schemeClr val="tx1"/>
                </a:solidFill>
                <a:latin typeface="Calibri" panose="020F0502020204030204" pitchFamily="34" charset="0"/>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3053588"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569206" y="2074334"/>
            <a:ext cx="3053588"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69206" y="2792471"/>
            <a:ext cx="3053588"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A6D68D58-C9C7-41A5-9F66-57C5771B3920}"/>
              </a:ext>
            </a:extLst>
          </p:cNvPr>
          <p:cNvSpPr>
            <a:spLocks noGrp="1"/>
          </p:cNvSpPr>
          <p:nvPr>
            <p:ph type="body" sz="quarter" idx="13"/>
          </p:nvPr>
        </p:nvSpPr>
        <p:spPr>
          <a:xfrm>
            <a:off x="8068564" y="2073651"/>
            <a:ext cx="3053588"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5">
            <a:extLst>
              <a:ext uri="{FF2B5EF4-FFF2-40B4-BE49-F238E27FC236}">
                <a16:creationId xmlns:a16="http://schemas.microsoft.com/office/drawing/2014/main" id="{F3692324-6EEB-4C0A-BF90-7A27FBF6D7BD}"/>
              </a:ext>
            </a:extLst>
          </p:cNvPr>
          <p:cNvSpPr>
            <a:spLocks noGrp="1"/>
          </p:cNvSpPr>
          <p:nvPr>
            <p:ph sz="quarter" idx="14"/>
          </p:nvPr>
        </p:nvSpPr>
        <p:spPr>
          <a:xfrm>
            <a:off x="8068564" y="2791788"/>
            <a:ext cx="3053588"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Sample Footer Text</a:t>
            </a:r>
          </a:p>
        </p:txBody>
      </p:sp>
      <p:sp>
        <p:nvSpPr>
          <p:cNvPr id="7" name="Date Placeholder 6"/>
          <p:cNvSpPr>
            <a:spLocks noGrp="1"/>
          </p:cNvSpPr>
          <p:nvPr>
            <p:ph type="dt" sz="half" idx="10"/>
          </p:nvPr>
        </p:nvSpPr>
        <p:spPr/>
        <p:txBody>
          <a:bodyPr/>
          <a:lstStyle>
            <a:lvl1pPr>
              <a:defRPr/>
            </a:lvl1pPr>
          </a:lstStyle>
          <a:p>
            <a:r>
              <a:rPr lang="en-US"/>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34727626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r>
              <a:rPr lang="en-US"/>
              <a:t>20XX</a:t>
            </a:r>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18384376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en-US"/>
              <a:t>20XX</a:t>
            </a:r>
          </a:p>
        </p:txBody>
      </p:sp>
      <p:sp>
        <p:nvSpPr>
          <p:cNvPr id="3" name="Footer Placeholder 2"/>
          <p:cNvSpPr>
            <a:spLocks noGrp="1"/>
          </p:cNvSpPr>
          <p:nvPr>
            <p:ph type="ftr" sz="quarter" idx="11"/>
          </p:nvPr>
        </p:nvSpPr>
        <p:spPr/>
        <p:txBody>
          <a:bodyPr/>
          <a:lstStyle/>
          <a:p>
            <a:r>
              <a:rPr lang="en-US"/>
              <a:t>Sample Footer Text</a:t>
            </a:r>
          </a:p>
        </p:txBody>
      </p:sp>
      <p:sp>
        <p:nvSpPr>
          <p:cNvPr id="4" name="Slide Number Placeholder 3"/>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16921777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Calibri" panose="020F0502020204030204" pitchFamily="34" charset="0"/>
                <a:ea typeface="+mn-ea"/>
                <a:cs typeface="+mn-cs"/>
              </a:defRPr>
            </a:lvl1pPr>
          </a:lstStyle>
          <a:p>
            <a:r>
              <a:rPr lang="en-US"/>
              <a:t>Click to edit Master title style</a:t>
            </a:r>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r>
              <a:rPr lang="en-US"/>
              <a:t>20XX</a:t>
            </a:r>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r>
              <a:rPr lang="en-US"/>
              <a:t>Sample Footer Text</a:t>
            </a:r>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294A09A9-5501-47C1-A89A-A340965A2BE2}" type="slidenum">
              <a:rPr lang="en-US" smtClean="0"/>
              <a:t>‹#›</a:t>
            </a:fld>
            <a:endParaRPr lang="en-US"/>
          </a:p>
        </p:txBody>
      </p:sp>
    </p:spTree>
    <p:extLst>
      <p:ext uri="{BB962C8B-B14F-4D97-AF65-F5344CB8AC3E}">
        <p14:creationId xmlns:p14="http://schemas.microsoft.com/office/powerpoint/2010/main" val="36418940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r>
              <a:rPr lang="en-US"/>
              <a:t>20XX</a:t>
            </a:r>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Calibri" panose="020F0502020204030204" pitchFamily="34" charset="0"/>
                <a:ea typeface="+mn-ea"/>
                <a:cs typeface="+mn-cs"/>
              </a:defRPr>
            </a:lvl1pPr>
          </a:lstStyle>
          <a:p>
            <a:r>
              <a:rPr lang="en-IN"/>
              <a:t>Sample Footer Text</a:t>
            </a:r>
          </a:p>
        </p:txBody>
      </p:sp>
      <p:sp>
        <p:nvSpPr>
          <p:cNvPr id="7" name="Slide Number Placeholder 6"/>
          <p:cNvSpPr>
            <a:spLocks noGrp="1"/>
          </p:cNvSpPr>
          <p:nvPr>
            <p:ph type="sldNum" sz="quarter" idx="12"/>
          </p:nvPr>
        </p:nvSpPr>
        <p:spPr>
          <a:xfrm>
            <a:off x="10396728" y="6035040"/>
            <a:ext cx="1225296" cy="365760"/>
          </a:xfrm>
        </p:spPr>
        <p:txBody>
          <a:bodyPr/>
          <a:lstStyle/>
          <a:p>
            <a:fld id="{294A09A9-5501-47C1-A89A-A340965A2BE2}"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Calibri" panose="020F0502020204030204" pitchFamily="34" charset="0"/>
              </a:defRPr>
            </a:lvl1pPr>
          </a:lstStyle>
          <a:p>
            <a:r>
              <a:rPr lang="en-US"/>
              <a:t>Click to edit Master title style</a:t>
            </a:r>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63324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latin typeface="Calibri" panose="020F0502020204030204" pitchFamily="34" charset="0"/>
              </a:defRPr>
            </a:lvl1pPr>
          </a:lstStyle>
          <a:p>
            <a:r>
              <a:rPr lang="en-US"/>
              <a:t>20XX</a:t>
            </a:r>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latin typeface="Calibri" panose="020F0502020204030204" pitchFamily="34" charset="0"/>
              </a:defRPr>
            </a:lvl1pPr>
          </a:lstStyle>
          <a:p>
            <a:r>
              <a:rPr lang="en-US"/>
              <a:t>Sample Footer Text</a:t>
            </a:r>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latin typeface="Calibri" panose="020F0502020204030204" pitchFamily="34" charset="0"/>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3441091781"/>
      </p:ext>
    </p:extLst>
  </p:cSld>
  <p:clrMap bg1="lt1" tx1="dk1" bg2="lt2" tx2="dk2" accent1="accent1" accent2="accent2" accent3="accent3" accent4="accent4" accent5="accent5" accent6="accent6" hlink="hlink" folHlink="folHlink"/>
  <p:sldLayoutIdLst>
    <p:sldLayoutId id="2147483659" r:id="rId1"/>
    <p:sldLayoutId id="2147483671" r:id="rId2"/>
    <p:sldLayoutId id="2147483660" r:id="rId3"/>
    <p:sldLayoutId id="2147483676" r:id="rId4"/>
    <p:sldLayoutId id="2147483673" r:id="rId5"/>
    <p:sldLayoutId id="2147483677" r:id="rId6"/>
    <p:sldLayoutId id="2147483672" r:id="rId7"/>
    <p:sldLayoutId id="2147483675" r:id="rId8"/>
    <p:sldLayoutId id="2147483678" r:id="rId9"/>
    <p:sldLayoutId id="2147483662" r:id="rId10"/>
    <p:sldLayoutId id="2147483663" r:id="rId11"/>
    <p:sldLayoutId id="2147483670" r:id="rId12"/>
    <p:sldLayoutId id="2147483664" r:id="rId13"/>
    <p:sldLayoutId id="2147483665" r:id="rId14"/>
    <p:sldLayoutId id="2147483666" r:id="rId15"/>
    <p:sldLayoutId id="2147483667" r:id="rId16"/>
  </p:sldLayoutIdLst>
  <p:hf hd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Calibri" panose="020F0502020204030204" pitchFamily="34" charset="0"/>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Calibri" panose="020F0502020204030204" pitchFamily="34" charset="0"/>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Calibri" panose="020F0502020204030204" pitchFamily="34" charset="0"/>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Calibri" panose="020F0502020204030204" pitchFamily="34" charset="0"/>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Calibri" panose="020F0502020204030204" pitchFamily="34" charset="0"/>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Calibri" panose="020F0502020204030204" pitchFamily="34" charset="0"/>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629103" y="2244830"/>
            <a:ext cx="8933796" cy="2437232"/>
          </a:xfrm>
        </p:spPr>
        <p:txBody>
          <a:bodyPr>
            <a:normAutofit/>
          </a:bodyPr>
          <a:lstStyle/>
          <a:p>
            <a:r>
              <a:rPr lang="en-US">
                <a:latin typeface="Calibri"/>
                <a:ea typeface="Calibri"/>
                <a:cs typeface="Calibri"/>
              </a:rPr>
              <a:t>PITCH DECK</a:t>
            </a:r>
            <a:endParaRPr lang="en-US">
              <a:ea typeface="Calibri"/>
              <a:cs typeface="Calibri"/>
            </a:endParaRP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a:xfrm>
            <a:off x="1629101" y="4682062"/>
            <a:ext cx="8936846" cy="457201"/>
          </a:xfrm>
        </p:spPr>
        <p:txBody>
          <a:bodyPr vert="horz" lIns="91440" tIns="45720" rIns="91440" bIns="45720" rtlCol="0" anchor="t">
            <a:normAutofit/>
          </a:bodyPr>
          <a:lstStyle/>
          <a:p>
            <a:r>
              <a:rPr lang="en-US">
                <a:latin typeface="Calibri"/>
                <a:ea typeface="Calibri"/>
                <a:cs typeface="Calibri"/>
              </a:rPr>
              <a:t>Presenters: </a:t>
            </a:r>
            <a:r>
              <a:rPr lang="en-US" sz="1700" cap="all">
                <a:solidFill>
                  <a:srgbClr val="000000"/>
                </a:solidFill>
                <a:latin typeface="Calibri"/>
                <a:ea typeface="Calibri"/>
                <a:cs typeface="Calibri"/>
              </a:rPr>
              <a:t> Nandana Harikumar, Dias </a:t>
            </a:r>
            <a:r>
              <a:rPr lang="en-US" sz="1700" cap="all" err="1">
                <a:solidFill>
                  <a:srgbClr val="000000"/>
                </a:solidFill>
                <a:latin typeface="Calibri"/>
                <a:ea typeface="Calibri"/>
                <a:cs typeface="Calibri"/>
              </a:rPr>
              <a:t>Amitullayev</a:t>
            </a:r>
            <a:endParaRPr lang="en-US">
              <a:latin typeface="Calibri"/>
              <a:ea typeface="Calibri"/>
              <a:cs typeface="Calibri"/>
            </a:endParaRP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a:off x="1066800" y="642594"/>
            <a:ext cx="10058400" cy="1371600"/>
          </a:xfrm>
        </p:spPr>
        <p:txBody>
          <a:bodyPr/>
          <a:lstStyle/>
          <a:p>
            <a:r>
              <a:rPr lang="en-US">
                <a:latin typeface="Calibri"/>
                <a:ea typeface="Calibri"/>
                <a:cs typeface="Calibri"/>
              </a:rPr>
              <a:t>INTRODUCTION</a:t>
            </a:r>
            <a:endParaRPr lang="en-US"/>
          </a:p>
        </p:txBody>
      </p:sp>
      <p:sp>
        <p:nvSpPr>
          <p:cNvPr id="4" name="Content Placeholder 3">
            <a:extLst>
              <a:ext uri="{FF2B5EF4-FFF2-40B4-BE49-F238E27FC236}">
                <a16:creationId xmlns:a16="http://schemas.microsoft.com/office/drawing/2014/main" id="{950677C9-3E42-427F-93B8-526692906471}"/>
              </a:ext>
            </a:extLst>
          </p:cNvPr>
          <p:cNvSpPr>
            <a:spLocks noGrp="1"/>
          </p:cNvSpPr>
          <p:nvPr>
            <p:ph sz="half" idx="2"/>
          </p:nvPr>
        </p:nvSpPr>
        <p:spPr>
          <a:xfrm>
            <a:off x="1069848" y="1717538"/>
            <a:ext cx="9783458" cy="4307528"/>
          </a:xfrm>
        </p:spPr>
        <p:txBody>
          <a:bodyPr vert="horz" lIns="91440" tIns="45720" rIns="91440" bIns="45720" rtlCol="0" anchor="t">
            <a:noAutofit/>
          </a:bodyPr>
          <a:lstStyle/>
          <a:p>
            <a:pPr marL="285750" indent="-285750">
              <a:buClr>
                <a:srgbClr val="262626"/>
              </a:buClr>
              <a:buFont typeface="Courier New" pitchFamily="18" charset="0"/>
              <a:buChar char="o"/>
            </a:pPr>
            <a:r>
              <a:rPr lang="en-US" sz="1700">
                <a:solidFill>
                  <a:schemeClr val="tx1">
                    <a:lumMod val="85000"/>
                    <a:lumOff val="15000"/>
                  </a:schemeClr>
                </a:solidFill>
                <a:latin typeface="Calibri"/>
                <a:ea typeface="Calibri"/>
                <a:cs typeface="Calibri"/>
              </a:rPr>
              <a:t>The Public Warning System (PWS) is an essential part of cellular networks and a country’s civil protection.</a:t>
            </a:r>
          </a:p>
          <a:p>
            <a:pPr marL="285750" indent="-285750">
              <a:buClr>
                <a:srgbClr val="262626"/>
              </a:buClr>
              <a:buFont typeface="Courier New" pitchFamily="18" charset="0"/>
              <a:buChar char="o"/>
            </a:pPr>
            <a:r>
              <a:rPr lang="en-US" sz="1700">
                <a:solidFill>
                  <a:schemeClr val="tx1">
                    <a:lumMod val="85000"/>
                    <a:lumOff val="15000"/>
                  </a:schemeClr>
                </a:solidFill>
                <a:latin typeface="Calibri"/>
                <a:ea typeface="Calibri"/>
                <a:cs typeface="Calibri"/>
              </a:rPr>
              <a:t>PWS operates across two message types: ETWS (Earthquake and Tsunami Warning System) and CMAS (Commercial Mobile Alert System). The former is designed for rapid natural disaster notifications, while the latter for everything else including Presidential Alerts, and Imminent Extreme or Severe Threat warnings.</a:t>
            </a:r>
            <a:endParaRPr lang="en-US" sz="1700">
              <a:solidFill>
                <a:schemeClr val="tx1">
                  <a:lumMod val="85000"/>
                  <a:lumOff val="15000"/>
                </a:schemeClr>
              </a:solidFill>
              <a:ea typeface="Calibri" panose="020F0502020204030204" pitchFamily="34" charset="0"/>
              <a:cs typeface="Calibri" panose="020F0502020204030204" pitchFamily="34" charset="0"/>
            </a:endParaRPr>
          </a:p>
          <a:p>
            <a:pPr marL="285750" indent="-285750">
              <a:buClr>
                <a:srgbClr val="262626"/>
              </a:buClr>
              <a:buFont typeface="Courier New" pitchFamily="18" charset="0"/>
              <a:buChar char="o"/>
            </a:pPr>
            <a:r>
              <a:rPr lang="en-US" sz="1700">
                <a:solidFill>
                  <a:schemeClr val="tx1">
                    <a:lumMod val="85000"/>
                    <a:lumOff val="15000"/>
                  </a:schemeClr>
                </a:solidFill>
                <a:latin typeface="Calibri"/>
                <a:ea typeface="Calibri"/>
                <a:cs typeface="Calibri"/>
              </a:rPr>
              <a:t>Delivery is via System Information Block (SIB) messages broadcast by base stations to all UEs (User </a:t>
            </a:r>
            <a:r>
              <a:rPr lang="en-US" sz="1700" err="1">
                <a:solidFill>
                  <a:schemeClr val="tx1">
                    <a:lumMod val="85000"/>
                    <a:lumOff val="15000"/>
                  </a:schemeClr>
                </a:solidFill>
                <a:latin typeface="Calibri"/>
                <a:ea typeface="Calibri"/>
                <a:cs typeface="Calibri"/>
              </a:rPr>
              <a:t>Equipments</a:t>
            </a:r>
            <a:r>
              <a:rPr lang="en-US" sz="1700">
                <a:solidFill>
                  <a:schemeClr val="tx1">
                    <a:lumMod val="85000"/>
                    <a:lumOff val="15000"/>
                  </a:schemeClr>
                </a:solidFill>
                <a:latin typeface="Calibri"/>
                <a:ea typeface="Calibri"/>
                <a:cs typeface="Calibri"/>
              </a:rPr>
              <a:t>) in range. SIB is are broadcast messages transmitted by base stations to all UEs in range.</a:t>
            </a:r>
            <a:endParaRPr lang="en-US" sz="1700">
              <a:solidFill>
                <a:schemeClr val="tx1">
                  <a:lumMod val="85000"/>
                  <a:lumOff val="15000"/>
                </a:schemeClr>
              </a:solidFill>
              <a:ea typeface="Calibri" panose="020F0502020204030204" pitchFamily="34" charset="0"/>
              <a:cs typeface="Calibri" panose="020F0502020204030204" pitchFamily="34" charset="0"/>
            </a:endParaRPr>
          </a:p>
          <a:p>
            <a:pPr marL="285750" indent="-285750">
              <a:buClr>
                <a:srgbClr val="262626"/>
              </a:buClr>
              <a:buFont typeface="Courier New" pitchFamily="18" charset="0"/>
              <a:buChar char="o"/>
            </a:pPr>
            <a:r>
              <a:rPr lang="en-US" sz="1700">
                <a:solidFill>
                  <a:schemeClr val="tx1">
                    <a:lumMod val="85000"/>
                    <a:lumOff val="15000"/>
                  </a:schemeClr>
                </a:solidFill>
                <a:latin typeface="Calibri"/>
                <a:ea typeface="Calibri"/>
                <a:cs typeface="Calibri"/>
              </a:rPr>
              <a:t>Reception is </a:t>
            </a:r>
            <a:r>
              <a:rPr lang="en-US" sz="1700" b="1">
                <a:solidFill>
                  <a:schemeClr val="tx1">
                    <a:lumMod val="85000"/>
                    <a:lumOff val="15000"/>
                  </a:schemeClr>
                </a:solidFill>
                <a:latin typeface="Calibri"/>
                <a:ea typeface="Calibri"/>
                <a:cs typeface="Calibri"/>
              </a:rPr>
              <a:t>mandatory</a:t>
            </a:r>
            <a:r>
              <a:rPr lang="en-US" sz="1700">
                <a:solidFill>
                  <a:schemeClr val="tx1">
                    <a:lumMod val="85000"/>
                    <a:lumOff val="15000"/>
                  </a:schemeClr>
                </a:solidFill>
                <a:latin typeface="Calibri"/>
                <a:ea typeface="Calibri"/>
                <a:cs typeface="Calibri"/>
              </a:rPr>
              <a:t> for certain alert categories - users cannot opt out of Presidential Alerts for instance .</a:t>
            </a:r>
            <a:endParaRPr lang="en-US" sz="1700">
              <a:solidFill>
                <a:schemeClr val="tx1">
                  <a:lumMod val="85000"/>
                  <a:lumOff val="15000"/>
                </a:schemeClr>
              </a:solidFill>
              <a:ea typeface="Calibri" panose="020F0502020204030204" pitchFamily="34" charset="0"/>
              <a:cs typeface="Calibri" panose="020F0502020204030204" pitchFamily="34" charset="0"/>
            </a:endParaRPr>
          </a:p>
          <a:p>
            <a:pPr marL="285750" indent="-285750">
              <a:buClr>
                <a:srgbClr val="262626"/>
              </a:buClr>
              <a:buFont typeface="Courier New" pitchFamily="18" charset="0"/>
              <a:buChar char="o"/>
            </a:pPr>
            <a:r>
              <a:rPr lang="en-US" sz="1700">
                <a:solidFill>
                  <a:schemeClr val="tx1">
                    <a:lumMod val="85000"/>
                    <a:lumOff val="15000"/>
                  </a:schemeClr>
                </a:solidFill>
                <a:latin typeface="Calibri"/>
                <a:ea typeface="Calibri"/>
                <a:cs typeface="Calibri"/>
              </a:rPr>
              <a:t>PWS is globally deployed and expanding - all EU member states are obliged to have a public warning system in place by 21 June 2022. Deployment exists across the US, Japan, South Korea, China, Australia, and many others.</a:t>
            </a:r>
            <a:endParaRPr lang="en-US" sz="1700">
              <a:solidFill>
                <a:schemeClr val="tx1">
                  <a:lumMod val="85000"/>
                  <a:lumOff val="15000"/>
                </a:schemeClr>
              </a:solidFill>
              <a:ea typeface="Calibri" panose="020F0502020204030204" pitchFamily="34" charset="0"/>
              <a:cs typeface="Calibri" panose="020F0502020204030204" pitchFamily="34" charset="0"/>
            </a:endParaRPr>
          </a:p>
          <a:p>
            <a:pPr marL="285750" indent="-285750">
              <a:buClr>
                <a:srgbClr val="262626"/>
              </a:buClr>
              <a:buFont typeface="Courier New" pitchFamily="18" charset="0"/>
              <a:buChar char="o"/>
            </a:pPr>
            <a:r>
              <a:rPr lang="en-US" sz="1700">
                <a:solidFill>
                  <a:schemeClr val="tx1">
                    <a:lumMod val="85000"/>
                    <a:lumOff val="15000"/>
                  </a:schemeClr>
                </a:solidFill>
                <a:latin typeface="Calibri"/>
                <a:ea typeface="Calibri"/>
                <a:cs typeface="Calibri"/>
              </a:rPr>
              <a:t>The system was designed for maximum reach and minimum latency, and security and privacy was explicitly traded off to achieve this.</a:t>
            </a:r>
            <a:endParaRPr lang="en-US" sz="1700">
              <a:solidFill>
                <a:schemeClr val="tx1">
                  <a:lumMod val="85000"/>
                  <a:lumOff val="15000"/>
                </a:schemeClr>
              </a:solidFill>
              <a:ea typeface="Calibri" panose="020F0502020204030204" pitchFamily="34" charset="0"/>
              <a:cs typeface="Calibri" panose="020F0502020204030204" pitchFamily="34" charset="0"/>
            </a:endParaRPr>
          </a:p>
        </p:txBody>
      </p:sp>
      <p:sp>
        <p:nvSpPr>
          <p:cNvPr id="9" name="Slide Number Placeholder 8">
            <a:extLst>
              <a:ext uri="{FF2B5EF4-FFF2-40B4-BE49-F238E27FC236}">
                <a16:creationId xmlns:a16="http://schemas.microsoft.com/office/drawing/2014/main" id="{23ACA193-09E2-4717-889D-A9A4BA2C06B2}"/>
              </a:ext>
            </a:extLst>
          </p:cNvPr>
          <p:cNvSpPr>
            <a:spLocks noGrp="1"/>
          </p:cNvSpPr>
          <p:nvPr>
            <p:ph type="sldNum" sz="quarter" idx="12"/>
          </p:nvPr>
        </p:nvSpPr>
        <p:spPr>
          <a:xfrm>
            <a:off x="10287000" y="6035040"/>
            <a:ext cx="838200" cy="365760"/>
          </a:xfrm>
        </p:spPr>
        <p:txBody>
          <a:bodyPr/>
          <a:lstStyle/>
          <a:p>
            <a:fld id="{294A09A9-5501-47C1-A89A-A340965A2BE2}" type="slidenum">
              <a:rPr lang="en-US" smtClean="0"/>
              <a:pPr/>
              <a:t>2</a:t>
            </a:fld>
            <a:endParaRPr lang="en-US"/>
          </a:p>
        </p:txBody>
      </p:sp>
      <p:sp>
        <p:nvSpPr>
          <p:cNvPr id="5" name="Footer Placeholder 7">
            <a:extLst>
              <a:ext uri="{FF2B5EF4-FFF2-40B4-BE49-F238E27FC236}">
                <a16:creationId xmlns:a16="http://schemas.microsoft.com/office/drawing/2014/main" id="{C2E5AC20-3EFE-5B6B-76EC-C4F3DF394446}"/>
              </a:ext>
            </a:extLst>
          </p:cNvPr>
          <p:cNvSpPr>
            <a:spLocks noGrp="1"/>
          </p:cNvSpPr>
          <p:nvPr>
            <p:ph type="ftr" sz="quarter" idx="11"/>
          </p:nvPr>
        </p:nvSpPr>
        <p:spPr>
          <a:xfrm>
            <a:off x="1066800" y="6131802"/>
            <a:ext cx="9216292" cy="365760"/>
          </a:xfrm>
        </p:spPr>
        <p:txBody>
          <a:bodyPr/>
          <a:lstStyle/>
          <a:p>
            <a:r>
              <a:rPr lang="en-US">
                <a:latin typeface="Calibri"/>
                <a:ea typeface="Calibri"/>
                <a:cs typeface="Calibri"/>
              </a:rPr>
              <a:t>Presenter: Dias                                                                                                                                        Sources [1, 2, 4]</a:t>
            </a:r>
            <a:endParaRPr lang="en-US"/>
          </a:p>
        </p:txBody>
      </p:sp>
    </p:spTree>
    <p:extLst>
      <p:ext uri="{BB962C8B-B14F-4D97-AF65-F5344CB8AC3E}">
        <p14:creationId xmlns:p14="http://schemas.microsoft.com/office/powerpoint/2010/main" val="2563119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06B8E4-1F6B-B8C4-B91E-C26ACF76E1AE}"/>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18" name="Rectangle 17">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0" name="Rectangle 19">
            <a:extLst>
              <a:ext uri="{FF2B5EF4-FFF2-40B4-BE49-F238E27FC236}">
                <a16:creationId xmlns:a16="http://schemas.microsoft.com/office/drawing/2014/main" id="{76E92D59-FD1B-47BC-9D02-0F3B959A6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92AE646-CC19-4A1F-900B-E512D06A7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Rectangle 23">
            <a:extLst>
              <a:ext uri="{FF2B5EF4-FFF2-40B4-BE49-F238E27FC236}">
                <a16:creationId xmlns:a16="http://schemas.microsoft.com/office/drawing/2014/main" id="{14E4F834-34CB-4787-920F-CD1E1B8BC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4" name="Content Placeholder 3">
            <a:extLst>
              <a:ext uri="{FF2B5EF4-FFF2-40B4-BE49-F238E27FC236}">
                <a16:creationId xmlns:a16="http://schemas.microsoft.com/office/drawing/2014/main" id="{00D24AF5-9208-AE9B-FEE3-4A8D7AB3EE8C}"/>
              </a:ext>
            </a:extLst>
          </p:cNvPr>
          <p:cNvSpPr>
            <a:spLocks noGrp="1"/>
          </p:cNvSpPr>
          <p:nvPr>
            <p:ph sz="half" idx="2"/>
          </p:nvPr>
        </p:nvSpPr>
        <p:spPr>
          <a:xfrm>
            <a:off x="789650" y="1411787"/>
            <a:ext cx="4517903" cy="2182370"/>
          </a:xfrm>
        </p:spPr>
        <p:txBody>
          <a:bodyPr vert="horz" lIns="91440" tIns="45720" rIns="91440" bIns="45720" rtlCol="0" anchor="t">
            <a:normAutofit/>
          </a:bodyPr>
          <a:lstStyle/>
          <a:p>
            <a:pPr marL="285750" indent="-285750">
              <a:lnSpc>
                <a:spcPct val="90000"/>
              </a:lnSpc>
              <a:buFont typeface="Courier New" pitchFamily="18" charset="0"/>
              <a:buChar char="o"/>
            </a:pPr>
            <a:r>
              <a:rPr lang="en-US" sz="1700">
                <a:latin typeface="Calibri"/>
                <a:ea typeface="Calibri"/>
                <a:cs typeface="Calibri"/>
              </a:rPr>
              <a:t>A public authority sends a warning to a Cell Broadcast Entity.</a:t>
            </a:r>
            <a:endParaRPr lang="en-US">
              <a:ea typeface="Calibri" panose="020F0502020204030204" pitchFamily="34" charset="0"/>
              <a:cs typeface="Calibri" panose="020F0502020204030204" pitchFamily="34" charset="0"/>
            </a:endParaRPr>
          </a:p>
          <a:p>
            <a:pPr marL="285750" indent="-285750">
              <a:lnSpc>
                <a:spcPct val="90000"/>
              </a:lnSpc>
              <a:buFont typeface="Courier New" pitchFamily="18" charset="0"/>
              <a:buChar char="o"/>
            </a:pPr>
            <a:r>
              <a:rPr lang="en-US" sz="1700">
                <a:latin typeface="Calibri"/>
                <a:ea typeface="Calibri"/>
                <a:cs typeface="Calibri"/>
              </a:rPr>
              <a:t>This propagates through the core network to base stations (</a:t>
            </a:r>
            <a:r>
              <a:rPr lang="en-US" sz="1700" err="1">
                <a:latin typeface="Calibri"/>
                <a:ea typeface="Calibri"/>
                <a:cs typeface="Calibri"/>
              </a:rPr>
              <a:t>gNodeBs</a:t>
            </a:r>
            <a:r>
              <a:rPr lang="en-US" sz="1700">
                <a:latin typeface="Calibri"/>
                <a:ea typeface="Calibri"/>
                <a:cs typeface="Calibri"/>
              </a:rPr>
              <a:t> in 5G).</a:t>
            </a:r>
          </a:p>
          <a:p>
            <a:pPr marL="285750" indent="-285750">
              <a:lnSpc>
                <a:spcPct val="90000"/>
              </a:lnSpc>
              <a:buFont typeface="Courier New" pitchFamily="18" charset="0"/>
              <a:buChar char="o"/>
            </a:pPr>
            <a:r>
              <a:rPr lang="en-US" sz="1700">
                <a:latin typeface="Calibri"/>
                <a:ea typeface="Calibri"/>
                <a:cs typeface="Calibri"/>
              </a:rPr>
              <a:t>The </a:t>
            </a:r>
            <a:r>
              <a:rPr lang="en-US" sz="1700" err="1">
                <a:latin typeface="Calibri"/>
                <a:ea typeface="Calibri"/>
                <a:cs typeface="Calibri"/>
              </a:rPr>
              <a:t>gNodeB</a:t>
            </a:r>
            <a:r>
              <a:rPr lang="en-US" sz="1700">
                <a:latin typeface="Calibri"/>
                <a:ea typeface="Calibri"/>
                <a:cs typeface="Calibri"/>
              </a:rPr>
              <a:t> sends a paging message to all UEs in the cell with cause "Emergency".</a:t>
            </a:r>
          </a:p>
        </p:txBody>
      </p:sp>
      <p:sp>
        <p:nvSpPr>
          <p:cNvPr id="5" name="Footer Placeholder 7">
            <a:extLst>
              <a:ext uri="{FF2B5EF4-FFF2-40B4-BE49-F238E27FC236}">
                <a16:creationId xmlns:a16="http://schemas.microsoft.com/office/drawing/2014/main" id="{51B09FEA-EBBE-7793-7DE6-E17FE8C20A42}"/>
              </a:ext>
            </a:extLst>
          </p:cNvPr>
          <p:cNvSpPr>
            <a:spLocks noGrp="1"/>
          </p:cNvSpPr>
          <p:nvPr>
            <p:ph type="ftr" sz="quarter" idx="11"/>
          </p:nvPr>
        </p:nvSpPr>
        <p:spPr>
          <a:xfrm>
            <a:off x="1066800" y="6035040"/>
            <a:ext cx="5816600" cy="365760"/>
          </a:xfrm>
        </p:spPr>
        <p:txBody>
          <a:bodyPr vert="horz" lIns="91440" tIns="45720" rIns="91440" bIns="45720" rtlCol="0" anchor="b">
            <a:normAutofit/>
          </a:bodyPr>
          <a:lstStyle/>
          <a:p>
            <a:pPr>
              <a:spcAft>
                <a:spcPts val="600"/>
              </a:spcAft>
            </a:pPr>
            <a:r>
              <a:rPr lang="en-US" kern="1200">
                <a:latin typeface="Calibri"/>
                <a:ea typeface="Calibri"/>
                <a:cs typeface="Calibri"/>
              </a:rPr>
              <a:t>Presenter:</a:t>
            </a:r>
            <a:r>
              <a:rPr lang="en-US">
                <a:latin typeface="Calibri"/>
                <a:ea typeface="Calibri"/>
                <a:cs typeface="Calibri"/>
              </a:rPr>
              <a:t> Dias                                                                                                                                  </a:t>
            </a:r>
            <a:r>
              <a:rPr lang="en-US" kern="1200">
                <a:latin typeface="Calibri"/>
                <a:ea typeface="Calibri"/>
                <a:cs typeface="Calibri"/>
              </a:rPr>
              <a:t>      </a:t>
            </a:r>
            <a:r>
              <a:rPr lang="en-US">
                <a:latin typeface="Calibri"/>
                <a:ea typeface="Calibri"/>
                <a:cs typeface="Calibri"/>
              </a:rPr>
              <a:t> </a:t>
            </a:r>
            <a:r>
              <a:rPr lang="en-US" kern="1200">
                <a:latin typeface="Calibri"/>
                <a:ea typeface="Calibri"/>
                <a:cs typeface="Calibri"/>
              </a:rPr>
              <a:t>Sources </a:t>
            </a:r>
            <a:r>
              <a:rPr lang="en-US">
                <a:latin typeface="Calibri"/>
                <a:ea typeface="Calibri"/>
                <a:cs typeface="Calibri"/>
              </a:rPr>
              <a:t>[2, 4]</a:t>
            </a:r>
            <a:endParaRPr lang="en-US" kern="1200">
              <a:latin typeface="Calibri"/>
              <a:ea typeface="Calibri"/>
              <a:cs typeface="Calibri"/>
            </a:endParaRPr>
          </a:p>
        </p:txBody>
      </p:sp>
      <p:sp>
        <p:nvSpPr>
          <p:cNvPr id="9" name="Slide Number Placeholder 8">
            <a:extLst>
              <a:ext uri="{FF2B5EF4-FFF2-40B4-BE49-F238E27FC236}">
                <a16:creationId xmlns:a16="http://schemas.microsoft.com/office/drawing/2014/main" id="{81821952-AFAD-1B37-B2CD-A582B2B0F901}"/>
              </a:ext>
            </a:extLst>
          </p:cNvPr>
          <p:cNvSpPr>
            <a:spLocks noGrp="1"/>
          </p:cNvSpPr>
          <p:nvPr>
            <p:ph type="sldNum" sz="quarter" idx="12"/>
          </p:nvPr>
        </p:nvSpPr>
        <p:spPr>
          <a:xfrm>
            <a:off x="10287000" y="6035040"/>
            <a:ext cx="838200" cy="365760"/>
          </a:xfrm>
        </p:spPr>
        <p:txBody>
          <a:bodyPr vert="horz" lIns="91440" tIns="45720" rIns="91440" bIns="45720" rtlCol="0" anchor="b">
            <a:normAutofit/>
          </a:bodyPr>
          <a:lstStyle/>
          <a:p>
            <a:pPr>
              <a:spcAft>
                <a:spcPts val="600"/>
              </a:spcAft>
            </a:pPr>
            <a:fld id="{294A09A9-5501-47C1-A89A-A340965A2BE2}" type="slidenum">
              <a:rPr lang="en-US" smtClean="0">
                <a:latin typeface="+mn-lt"/>
              </a:rPr>
              <a:pPr>
                <a:spcAft>
                  <a:spcPts val="600"/>
                </a:spcAft>
              </a:pPr>
              <a:t>3</a:t>
            </a:fld>
            <a:endParaRPr lang="en-US">
              <a:latin typeface="+mn-lt"/>
            </a:endParaRPr>
          </a:p>
        </p:txBody>
      </p:sp>
      <p:sp>
        <p:nvSpPr>
          <p:cNvPr id="6" name="TextBox 5">
            <a:extLst>
              <a:ext uri="{FF2B5EF4-FFF2-40B4-BE49-F238E27FC236}">
                <a16:creationId xmlns:a16="http://schemas.microsoft.com/office/drawing/2014/main" id="{340BBCF2-2AD4-ACF8-5FF1-B272DBEA399C}"/>
              </a:ext>
            </a:extLst>
          </p:cNvPr>
          <p:cNvSpPr txBox="1"/>
          <p:nvPr/>
        </p:nvSpPr>
        <p:spPr>
          <a:xfrm>
            <a:off x="661735" y="602545"/>
            <a:ext cx="9624151"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a:solidFill>
                  <a:srgbClr val="262626"/>
                </a:solidFill>
                <a:latin typeface="Calibri"/>
                <a:ea typeface="Calibri"/>
                <a:cs typeface="Calibri"/>
              </a:rPr>
              <a:t>HOW PWS ACTUALLY WORKS</a:t>
            </a:r>
            <a:endParaRPr lang="en-US" sz="4800">
              <a:latin typeface="Calibri"/>
              <a:ea typeface="Calibri"/>
              <a:cs typeface="Calibri"/>
            </a:endParaRPr>
          </a:p>
          <a:p>
            <a:pPr algn="l"/>
            <a:endParaRPr lang="en-US"/>
          </a:p>
        </p:txBody>
      </p:sp>
      <p:sp>
        <p:nvSpPr>
          <p:cNvPr id="7" name="TextBox 6">
            <a:extLst>
              <a:ext uri="{FF2B5EF4-FFF2-40B4-BE49-F238E27FC236}">
                <a16:creationId xmlns:a16="http://schemas.microsoft.com/office/drawing/2014/main" id="{C7D2D743-DFA3-F980-FDAE-21BDD0437598}"/>
              </a:ext>
            </a:extLst>
          </p:cNvPr>
          <p:cNvSpPr txBox="1"/>
          <p:nvPr/>
        </p:nvSpPr>
        <p:spPr>
          <a:xfrm>
            <a:off x="7048379" y="1412743"/>
            <a:ext cx="4157030" cy="24437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90000"/>
              </a:lnSpc>
              <a:spcBef>
                <a:spcPts val="900"/>
              </a:spcBef>
              <a:buFont typeface="Courier New"/>
              <a:buChar char="o"/>
            </a:pPr>
            <a:r>
              <a:rPr lang="en-US" sz="1700">
                <a:latin typeface="Calibri"/>
                <a:ea typeface="Calibri"/>
                <a:cs typeface="Calibri"/>
              </a:rPr>
              <a:t>UEs in</a:t>
            </a:r>
            <a:r>
              <a:rPr lang="en-US" sz="1700" b="1">
                <a:latin typeface="Calibri"/>
                <a:ea typeface="Calibri"/>
                <a:cs typeface="Calibri"/>
              </a:rPr>
              <a:t> RRC-Idle or RRC-Inactive state </a:t>
            </a:r>
            <a:r>
              <a:rPr lang="en-US" sz="1700">
                <a:latin typeface="Calibri"/>
                <a:ea typeface="Calibri"/>
                <a:cs typeface="Calibri"/>
              </a:rPr>
              <a:t>wake up on their paging occasion and receive the SIB carrying the alert.</a:t>
            </a:r>
            <a:endParaRPr lang="en-US"/>
          </a:p>
          <a:p>
            <a:pPr marL="285750" indent="-285750">
              <a:lnSpc>
                <a:spcPct val="90000"/>
              </a:lnSpc>
              <a:spcBef>
                <a:spcPts val="900"/>
              </a:spcBef>
              <a:buFont typeface="Courier New"/>
              <a:buChar char="o"/>
            </a:pPr>
            <a:r>
              <a:rPr lang="en-US" sz="1700">
                <a:latin typeface="Calibri"/>
                <a:ea typeface="Calibri"/>
                <a:cs typeface="Calibri"/>
              </a:rPr>
              <a:t>UEs in RRC-Connected state receive it via the System Information modification period.</a:t>
            </a:r>
          </a:p>
          <a:p>
            <a:pPr marL="285750" indent="-285750">
              <a:lnSpc>
                <a:spcPct val="90000"/>
              </a:lnSpc>
              <a:spcBef>
                <a:spcPts val="900"/>
              </a:spcBef>
              <a:buFont typeface="Courier New"/>
              <a:buChar char="o"/>
            </a:pPr>
            <a:r>
              <a:rPr lang="en-US" sz="1700">
                <a:latin typeface="Calibri"/>
                <a:ea typeface="Calibri"/>
                <a:cs typeface="Calibri"/>
              </a:rPr>
              <a:t>The UE displays the alert. There is no verification of source, no cryptographic check, no authentication.</a:t>
            </a:r>
            <a:endParaRPr lang="en-US">
              <a:latin typeface="Garamond"/>
              <a:ea typeface="Calibri"/>
              <a:cs typeface="Calibri"/>
            </a:endParaRPr>
          </a:p>
        </p:txBody>
      </p:sp>
      <p:pic>
        <p:nvPicPr>
          <p:cNvPr id="2" name="Picture 1" descr="A diagram of a system&#10;&#10;AI-generated content may be incorrect.">
            <a:extLst>
              <a:ext uri="{FF2B5EF4-FFF2-40B4-BE49-F238E27FC236}">
                <a16:creationId xmlns:a16="http://schemas.microsoft.com/office/drawing/2014/main" id="{1A9512B3-1594-DBC0-A58A-E390F49F6EDF}"/>
              </a:ext>
            </a:extLst>
          </p:cNvPr>
          <p:cNvPicPr>
            <a:picLocks noChangeAspect="1"/>
          </p:cNvPicPr>
          <p:nvPr/>
        </p:nvPicPr>
        <p:blipFill>
          <a:blip r:embed="rId2"/>
          <a:stretch>
            <a:fillRect/>
          </a:stretch>
        </p:blipFill>
        <p:spPr>
          <a:xfrm>
            <a:off x="1065859" y="3249976"/>
            <a:ext cx="4033137" cy="2786349"/>
          </a:xfrm>
          <a:prstGeom prst="rect">
            <a:avLst/>
          </a:prstGeom>
        </p:spPr>
      </p:pic>
      <p:sp>
        <p:nvSpPr>
          <p:cNvPr id="8" name="TextBox 7">
            <a:extLst>
              <a:ext uri="{FF2B5EF4-FFF2-40B4-BE49-F238E27FC236}">
                <a16:creationId xmlns:a16="http://schemas.microsoft.com/office/drawing/2014/main" id="{C54552A8-53D6-CFED-D566-42DCF465B0AD}"/>
              </a:ext>
            </a:extLst>
          </p:cNvPr>
          <p:cNvSpPr txBox="1"/>
          <p:nvPr/>
        </p:nvSpPr>
        <p:spPr>
          <a:xfrm>
            <a:off x="5474044" y="5113185"/>
            <a:ext cx="590903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Calibri"/>
                <a:ea typeface="Calibri"/>
                <a:cs typeface="Calibri"/>
              </a:rPr>
              <a:t>Cell Broadcast Entity -&gt; Cell Broadcast Center/ Function -&gt; Access and Mobility Management Function -&gt; NG-RAN -&gt; User Equipment.</a:t>
            </a:r>
          </a:p>
        </p:txBody>
      </p:sp>
      <p:pic>
        <p:nvPicPr>
          <p:cNvPr id="10" name="Picture 9" descr="A diagram of a building&#10;&#10;AI-generated content may be incorrect.">
            <a:extLst>
              <a:ext uri="{FF2B5EF4-FFF2-40B4-BE49-F238E27FC236}">
                <a16:creationId xmlns:a16="http://schemas.microsoft.com/office/drawing/2014/main" id="{82DAE6A9-4201-6492-BA88-C4DEB86738A5}"/>
              </a:ext>
            </a:extLst>
          </p:cNvPr>
          <p:cNvPicPr>
            <a:picLocks noChangeAspect="1"/>
          </p:cNvPicPr>
          <p:nvPr/>
        </p:nvPicPr>
        <p:blipFill>
          <a:blip r:embed="rId3"/>
          <a:stretch>
            <a:fillRect/>
          </a:stretch>
        </p:blipFill>
        <p:spPr>
          <a:xfrm>
            <a:off x="6095999" y="3949342"/>
            <a:ext cx="4301170" cy="1089242"/>
          </a:xfrm>
          <a:prstGeom prst="rect">
            <a:avLst/>
          </a:prstGeom>
        </p:spPr>
      </p:pic>
    </p:spTree>
    <p:extLst>
      <p:ext uri="{BB962C8B-B14F-4D97-AF65-F5344CB8AC3E}">
        <p14:creationId xmlns:p14="http://schemas.microsoft.com/office/powerpoint/2010/main" val="624763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26F9A-CFA7-F932-F97F-8535B8C28E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2139D-EC75-ADDA-DAE2-583FEEA6CEAF}"/>
              </a:ext>
            </a:extLst>
          </p:cNvPr>
          <p:cNvSpPr>
            <a:spLocks noGrp="1"/>
          </p:cNvSpPr>
          <p:nvPr>
            <p:ph type="title"/>
          </p:nvPr>
        </p:nvSpPr>
        <p:spPr>
          <a:xfrm>
            <a:off x="1066800" y="642594"/>
            <a:ext cx="10058400" cy="1371600"/>
          </a:xfrm>
        </p:spPr>
        <p:txBody>
          <a:bodyPr>
            <a:normAutofit fontScale="90000"/>
          </a:bodyPr>
          <a:lstStyle/>
          <a:p>
            <a:r>
              <a:rPr lang="en-US">
                <a:latin typeface="Calibri"/>
                <a:ea typeface="Calibri"/>
                <a:cs typeface="Calibri"/>
              </a:rPr>
              <a:t>The Known Threat: PWS Spoofing and Suppression</a:t>
            </a:r>
            <a:endParaRPr lang="en-US"/>
          </a:p>
        </p:txBody>
      </p:sp>
      <p:sp>
        <p:nvSpPr>
          <p:cNvPr id="4" name="Content Placeholder 3">
            <a:extLst>
              <a:ext uri="{FF2B5EF4-FFF2-40B4-BE49-F238E27FC236}">
                <a16:creationId xmlns:a16="http://schemas.microsoft.com/office/drawing/2014/main" id="{A02351C4-8B8C-8F6E-3A55-E3D673ECFBF8}"/>
              </a:ext>
            </a:extLst>
          </p:cNvPr>
          <p:cNvSpPr>
            <a:spLocks noGrp="1"/>
          </p:cNvSpPr>
          <p:nvPr>
            <p:ph sz="half" idx="2"/>
          </p:nvPr>
        </p:nvSpPr>
        <p:spPr>
          <a:xfrm>
            <a:off x="1069848" y="2245970"/>
            <a:ext cx="9227741" cy="3945362"/>
          </a:xfrm>
        </p:spPr>
        <p:txBody>
          <a:bodyPr vert="horz" lIns="91440" tIns="45720" rIns="91440" bIns="45720" rtlCol="0" anchor="t">
            <a:normAutofit/>
          </a:bodyPr>
          <a:lstStyle/>
          <a:p>
            <a:pPr>
              <a:buClr>
                <a:srgbClr val="262626"/>
              </a:buClr>
            </a:pPr>
            <a:r>
              <a:rPr lang="en-US" sz="1600">
                <a:latin typeface="Calibri"/>
                <a:ea typeface="Calibri"/>
                <a:cs typeface="Calibri"/>
              </a:rPr>
              <a:t>Lee et al. (2019, republished 2021) demonstrated the first practical spoofing of Presidential Alerts on LTE using commodity SDR hardware, showing 90% success rate across 49,300 seats of a 50,000-seat stadium with just four 1W base stations.</a:t>
            </a:r>
          </a:p>
          <a:p>
            <a:pPr>
              <a:buClr>
                <a:srgbClr val="262626"/>
              </a:buClr>
            </a:pPr>
            <a:r>
              <a:rPr lang="en-US" sz="1600" err="1">
                <a:latin typeface="Calibri"/>
                <a:ea typeface="Calibri"/>
                <a:cs typeface="Calibri"/>
              </a:rPr>
              <a:t>Bitsikas</a:t>
            </a:r>
            <a:r>
              <a:rPr lang="en-US" sz="1600">
                <a:latin typeface="Calibri"/>
                <a:ea typeface="Calibri"/>
                <a:cs typeface="Calibri"/>
              </a:rPr>
              <a:t> and </a:t>
            </a:r>
            <a:r>
              <a:rPr lang="en-US" sz="1600" err="1">
                <a:latin typeface="Calibri"/>
                <a:ea typeface="Calibri"/>
                <a:cs typeface="Calibri"/>
              </a:rPr>
              <a:t>Pöpper</a:t>
            </a:r>
            <a:r>
              <a:rPr lang="en-US" sz="1600">
                <a:latin typeface="Calibri"/>
                <a:ea typeface="Calibri"/>
                <a:cs typeface="Calibri"/>
              </a:rPr>
              <a:t> (2022) extended this comprehensively to 5G Standalone networks, validating spoofing and suppression attacks across five commercial devices from different manufacturers, proving the flaw is in the 3GPP protocol, not the hardware.</a:t>
            </a:r>
            <a:endParaRPr lang="en-US"/>
          </a:p>
          <a:p>
            <a:pPr>
              <a:buClr>
                <a:srgbClr val="262626"/>
              </a:buClr>
            </a:pPr>
            <a:r>
              <a:rPr lang="en-US" sz="1600">
                <a:latin typeface="Calibri"/>
                <a:ea typeface="Calibri"/>
                <a:cs typeface="Calibri"/>
              </a:rPr>
              <a:t>Both works confirm: </a:t>
            </a:r>
            <a:r>
              <a:rPr lang="en-US" sz="1600" b="1">
                <a:latin typeface="Calibri"/>
                <a:ea typeface="Calibri"/>
                <a:cs typeface="Calibri"/>
              </a:rPr>
              <a:t>spoofing is practical, cheap and works on real deployed networks today</a:t>
            </a:r>
            <a:endParaRPr lang="en-US"/>
          </a:p>
          <a:p>
            <a:pPr>
              <a:buClr>
                <a:srgbClr val="262626"/>
              </a:buClr>
            </a:pPr>
            <a:r>
              <a:rPr lang="en-US" sz="1600">
                <a:latin typeface="Calibri"/>
                <a:ea typeface="Calibri"/>
                <a:cs typeface="Calibri"/>
              </a:rPr>
              <a:t>Interesting Question: If the phone is forced to display an alert, it is forced to move from </a:t>
            </a:r>
            <a:r>
              <a:rPr lang="en-US" sz="1600" b="1">
                <a:latin typeface="Calibri"/>
                <a:ea typeface="Calibri"/>
                <a:cs typeface="Calibri"/>
              </a:rPr>
              <a:t>RRC-Idle</a:t>
            </a:r>
            <a:r>
              <a:rPr lang="en-US" sz="1600">
                <a:latin typeface="Calibri"/>
                <a:ea typeface="Calibri"/>
                <a:cs typeface="Calibri"/>
              </a:rPr>
              <a:t> to an </a:t>
            </a:r>
            <a:r>
              <a:rPr lang="en-US" sz="1600" b="1">
                <a:latin typeface="Calibri"/>
                <a:ea typeface="Calibri"/>
                <a:cs typeface="Calibri"/>
              </a:rPr>
              <a:t>Active state. </a:t>
            </a:r>
            <a:r>
              <a:rPr lang="en-US" sz="1600">
                <a:latin typeface="Calibri"/>
                <a:ea typeface="Calibri"/>
                <a:cs typeface="Calibri"/>
              </a:rPr>
              <a:t>If yes, could this be a privacy issue?</a:t>
            </a:r>
            <a:endParaRPr lang="en-US" sz="1600">
              <a:ea typeface="Calibri" panose="020F0502020204030204" pitchFamily="34" charset="0"/>
              <a:cs typeface="Calibri" panose="020F0502020204030204" pitchFamily="34" charset="0"/>
            </a:endParaRPr>
          </a:p>
          <a:p>
            <a:pPr marL="285750" indent="-285750">
              <a:buClr>
                <a:srgbClr val="262626"/>
              </a:buClr>
            </a:pPr>
            <a:endParaRPr lang="en-US" sz="1600">
              <a:ea typeface="Calibri" panose="020F0502020204030204" pitchFamily="34" charset="0"/>
              <a:cs typeface="Calibri" panose="020F0502020204030204" pitchFamily="34" charset="0"/>
            </a:endParaRPr>
          </a:p>
        </p:txBody>
      </p:sp>
      <p:sp>
        <p:nvSpPr>
          <p:cNvPr id="19" name="Slide Number Placeholder 8">
            <a:extLst>
              <a:ext uri="{FF2B5EF4-FFF2-40B4-BE49-F238E27FC236}">
                <a16:creationId xmlns:a16="http://schemas.microsoft.com/office/drawing/2014/main" id="{3172EA5B-C713-D882-30F6-2D37E9BA5338}"/>
              </a:ext>
            </a:extLst>
          </p:cNvPr>
          <p:cNvSpPr>
            <a:spLocks noGrp="1"/>
          </p:cNvSpPr>
          <p:nvPr>
            <p:ph type="sldNum" sz="quarter" idx="12"/>
          </p:nvPr>
        </p:nvSpPr>
        <p:spPr>
          <a:xfrm>
            <a:off x="10287000" y="6035040"/>
            <a:ext cx="838200" cy="365760"/>
          </a:xfrm>
        </p:spPr>
        <p:txBody>
          <a:bodyPr/>
          <a:lstStyle/>
          <a:p>
            <a:fld id="{294A09A9-5501-47C1-A89A-A340965A2BE2}" type="slidenum">
              <a:rPr lang="en-US" smtClean="0"/>
              <a:pPr/>
              <a:t>4</a:t>
            </a:fld>
            <a:endParaRPr lang="en-US"/>
          </a:p>
        </p:txBody>
      </p:sp>
      <p:sp>
        <p:nvSpPr>
          <p:cNvPr id="5" name="Footer Placeholder 7">
            <a:extLst>
              <a:ext uri="{FF2B5EF4-FFF2-40B4-BE49-F238E27FC236}">
                <a16:creationId xmlns:a16="http://schemas.microsoft.com/office/drawing/2014/main" id="{6EED443B-FE1C-71AF-4E7A-B6AB42758575}"/>
              </a:ext>
            </a:extLst>
          </p:cNvPr>
          <p:cNvSpPr>
            <a:spLocks noGrp="1"/>
          </p:cNvSpPr>
          <p:nvPr>
            <p:ph type="ftr" sz="quarter" idx="11"/>
          </p:nvPr>
        </p:nvSpPr>
        <p:spPr>
          <a:xfrm>
            <a:off x="1066800" y="6035040"/>
            <a:ext cx="9216292" cy="365760"/>
          </a:xfrm>
        </p:spPr>
        <p:txBody>
          <a:bodyPr/>
          <a:lstStyle/>
          <a:p>
            <a:r>
              <a:rPr lang="en-US">
                <a:latin typeface="Calibri"/>
                <a:ea typeface="Calibri"/>
                <a:cs typeface="Calibri"/>
              </a:rPr>
              <a:t>Presenter: Nandana Harikumar                                                                                  Sources [1, 4]</a:t>
            </a:r>
            <a:endParaRPr lang="en-US"/>
          </a:p>
        </p:txBody>
      </p:sp>
    </p:spTree>
    <p:extLst>
      <p:ext uri="{BB962C8B-B14F-4D97-AF65-F5344CB8AC3E}">
        <p14:creationId xmlns:p14="http://schemas.microsoft.com/office/powerpoint/2010/main" val="3081796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191A4-7839-4F63-B17C-7C366C59488C}"/>
              </a:ext>
            </a:extLst>
          </p:cNvPr>
          <p:cNvSpPr>
            <a:spLocks noGrp="1"/>
          </p:cNvSpPr>
          <p:nvPr>
            <p:ph type="title"/>
          </p:nvPr>
        </p:nvSpPr>
        <p:spPr>
          <a:xfrm>
            <a:off x="1066800" y="642594"/>
            <a:ext cx="10058400" cy="1371600"/>
          </a:xfrm>
        </p:spPr>
        <p:txBody>
          <a:bodyPr>
            <a:normAutofit fontScale="90000"/>
          </a:bodyPr>
          <a:lstStyle/>
          <a:p>
            <a:r>
              <a:rPr lang="en-US">
                <a:latin typeface="Calibri"/>
                <a:ea typeface="Calibri"/>
                <a:cs typeface="Calibri"/>
              </a:rPr>
              <a:t>The Parallel Thread: Side-Channel Localization via Paging</a:t>
            </a:r>
            <a:endParaRPr lang="en-US"/>
          </a:p>
        </p:txBody>
      </p:sp>
      <p:sp>
        <p:nvSpPr>
          <p:cNvPr id="4" name="Content Placeholder 3">
            <a:extLst>
              <a:ext uri="{FF2B5EF4-FFF2-40B4-BE49-F238E27FC236}">
                <a16:creationId xmlns:a16="http://schemas.microsoft.com/office/drawing/2014/main" id="{9B9ED227-95A7-4B08-91FE-5E0EF0D41D20}"/>
              </a:ext>
            </a:extLst>
          </p:cNvPr>
          <p:cNvSpPr>
            <a:spLocks noGrp="1"/>
          </p:cNvSpPr>
          <p:nvPr>
            <p:ph sz="half" idx="2"/>
          </p:nvPr>
        </p:nvSpPr>
        <p:spPr>
          <a:xfrm>
            <a:off x="1069848" y="2212353"/>
            <a:ext cx="9227741" cy="3945362"/>
          </a:xfrm>
        </p:spPr>
        <p:txBody>
          <a:bodyPr vert="horz" lIns="91440" tIns="45720" rIns="91440" bIns="45720" rtlCol="0" anchor="t">
            <a:normAutofit/>
          </a:bodyPr>
          <a:lstStyle/>
          <a:p>
            <a:pPr>
              <a:buClr>
                <a:srgbClr val="262626"/>
              </a:buClr>
            </a:pPr>
            <a:r>
              <a:rPr lang="en-US" sz="1600" b="1">
                <a:latin typeface="Calibri"/>
                <a:ea typeface="Calibri"/>
                <a:cs typeface="Calibri"/>
              </a:rPr>
              <a:t>The </a:t>
            </a:r>
            <a:r>
              <a:rPr lang="en-US" sz="1600" b="1" err="1">
                <a:latin typeface="Calibri"/>
                <a:ea typeface="Calibri"/>
                <a:cs typeface="Calibri"/>
              </a:rPr>
              <a:t>ToRPEDO</a:t>
            </a:r>
            <a:r>
              <a:rPr lang="en-US" sz="1600" b="1">
                <a:latin typeface="Calibri"/>
                <a:ea typeface="Calibri"/>
                <a:cs typeface="Calibri"/>
              </a:rPr>
              <a:t> Attack (Hussain et al., 2019):</a:t>
            </a:r>
            <a:r>
              <a:rPr lang="en-US" sz="1600">
                <a:latin typeface="Calibri"/>
                <a:ea typeface="Calibri"/>
                <a:cs typeface="Calibri"/>
              </a:rPr>
              <a:t> Established that cellular paging is a deterministic side-channel. Because paging occasions are mathematically tied to a device's identity, an attacker can verify a target's presence in a cell with </a:t>
            </a:r>
            <a:r>
              <a:rPr lang="en-US" sz="1600" b="1">
                <a:latin typeface="Calibri"/>
                <a:ea typeface="Calibri"/>
                <a:cs typeface="Calibri"/>
              </a:rPr>
              <a:t>100% accuracy</a:t>
            </a:r>
            <a:r>
              <a:rPr lang="en-US" sz="1600">
                <a:latin typeface="Calibri"/>
                <a:ea typeface="Calibri"/>
                <a:cs typeface="Calibri"/>
              </a:rPr>
              <a:t> in as few as 8 silent calls. This attack verifies "coarse-grained" location.</a:t>
            </a:r>
            <a:endParaRPr lang="en-US" sz="1600">
              <a:ea typeface="Calibri" panose="020F0502020204030204" pitchFamily="34" charset="0"/>
              <a:cs typeface="Calibri" panose="020F0502020204030204" pitchFamily="34" charset="0"/>
            </a:endParaRPr>
          </a:p>
          <a:p>
            <a:pPr>
              <a:buClr>
                <a:srgbClr val="262626"/>
              </a:buClr>
            </a:pPr>
            <a:r>
              <a:rPr lang="en-US" sz="1600" b="1">
                <a:latin typeface="Calibri"/>
                <a:ea typeface="Calibri"/>
                <a:cs typeface="Calibri"/>
              </a:rPr>
              <a:t>Physical Uplink Leakage:</a:t>
            </a:r>
            <a:r>
              <a:rPr lang="en-US" sz="1600">
                <a:latin typeface="Calibri"/>
                <a:ea typeface="Calibri"/>
                <a:cs typeface="Calibri"/>
              </a:rPr>
              <a:t> Crucially, this work proved that </a:t>
            </a:r>
            <a:r>
              <a:rPr lang="en-US" sz="1600" b="1">
                <a:latin typeface="Calibri"/>
                <a:ea typeface="Calibri"/>
                <a:cs typeface="Calibri"/>
              </a:rPr>
              <a:t>uplink signals - </a:t>
            </a:r>
            <a:r>
              <a:rPr lang="en-US" sz="1600">
                <a:latin typeface="Calibri"/>
                <a:ea typeface="Calibri"/>
                <a:cs typeface="Calibri"/>
              </a:rPr>
              <a:t>the physical radio transmissions a device makes when "waking up"- are measurable and observable side-channels that bypass high-level software protections.</a:t>
            </a:r>
            <a:endParaRPr lang="en-US"/>
          </a:p>
          <a:p>
            <a:pPr>
              <a:buClr>
                <a:srgbClr val="262626"/>
              </a:buClr>
            </a:pPr>
            <a:r>
              <a:rPr lang="en-US" sz="1600" b="1">
                <a:latin typeface="Calibri"/>
                <a:ea typeface="Calibri"/>
                <a:cs typeface="Calibri"/>
              </a:rPr>
              <a:t>The 5G Paradox:</a:t>
            </a:r>
            <a:r>
              <a:rPr lang="en-US" sz="1600">
                <a:latin typeface="Calibri"/>
                <a:ea typeface="Calibri"/>
                <a:cs typeface="Calibri"/>
              </a:rPr>
              <a:t> While 5G introduced </a:t>
            </a:r>
            <a:r>
              <a:rPr lang="en-US" sz="1600" b="1">
                <a:latin typeface="Calibri"/>
                <a:ea typeface="Calibri"/>
                <a:cs typeface="Calibri"/>
              </a:rPr>
              <a:t>SUCI (Subscription Concealed Identifier)</a:t>
            </a:r>
            <a:r>
              <a:rPr lang="en-US" sz="1600">
                <a:latin typeface="Calibri"/>
                <a:ea typeface="Calibri"/>
                <a:cs typeface="Calibri"/>
              </a:rPr>
              <a:t> to encrypt identities, Hussain et al. proved that encryption is irrelevant if the </a:t>
            </a:r>
            <a:r>
              <a:rPr lang="en-US" sz="1600" b="1">
                <a:latin typeface="Calibri"/>
                <a:ea typeface="Calibri"/>
                <a:cs typeface="Calibri"/>
              </a:rPr>
              <a:t>timing</a:t>
            </a:r>
            <a:r>
              <a:rPr lang="en-US" sz="1600">
                <a:latin typeface="Calibri"/>
                <a:ea typeface="Calibri"/>
                <a:cs typeface="Calibri"/>
              </a:rPr>
              <a:t> remains predictable. The "when" you speak is as revealing as "what" you say.</a:t>
            </a:r>
            <a:endParaRPr lang="en-US"/>
          </a:p>
          <a:p>
            <a:pPr>
              <a:buClr>
                <a:srgbClr val="262626"/>
              </a:buClr>
            </a:pPr>
            <a:endParaRPr lang="en-US" sz="1600">
              <a:ea typeface="Calibri"/>
              <a:cs typeface="Calibri"/>
            </a:endParaRPr>
          </a:p>
          <a:p>
            <a:pPr marL="285750" indent="-285750">
              <a:buClr>
                <a:srgbClr val="262626"/>
              </a:buClr>
            </a:pPr>
            <a:endParaRPr lang="en-US" sz="1600">
              <a:latin typeface="Calibri"/>
              <a:ea typeface="Calibri"/>
              <a:cs typeface="Calibri"/>
            </a:endParaRPr>
          </a:p>
        </p:txBody>
      </p:sp>
      <p:sp>
        <p:nvSpPr>
          <p:cNvPr id="19" name="Slide Number Placeholder 8">
            <a:extLst>
              <a:ext uri="{FF2B5EF4-FFF2-40B4-BE49-F238E27FC236}">
                <a16:creationId xmlns:a16="http://schemas.microsoft.com/office/drawing/2014/main" id="{387783AD-BD2D-4FA3-814C-60A9805DCCDF}"/>
              </a:ext>
            </a:extLst>
          </p:cNvPr>
          <p:cNvSpPr>
            <a:spLocks noGrp="1"/>
          </p:cNvSpPr>
          <p:nvPr>
            <p:ph type="sldNum" sz="quarter" idx="12"/>
          </p:nvPr>
        </p:nvSpPr>
        <p:spPr>
          <a:xfrm>
            <a:off x="10287000" y="6035040"/>
            <a:ext cx="838200" cy="365760"/>
          </a:xfrm>
        </p:spPr>
        <p:txBody>
          <a:bodyPr/>
          <a:lstStyle/>
          <a:p>
            <a:fld id="{294A09A9-5501-47C1-A89A-A340965A2BE2}" type="slidenum">
              <a:rPr lang="en-US" smtClean="0"/>
              <a:pPr/>
              <a:t>5</a:t>
            </a:fld>
            <a:endParaRPr lang="en-US"/>
          </a:p>
        </p:txBody>
      </p:sp>
      <p:sp>
        <p:nvSpPr>
          <p:cNvPr id="5" name="Footer Placeholder 7">
            <a:extLst>
              <a:ext uri="{FF2B5EF4-FFF2-40B4-BE49-F238E27FC236}">
                <a16:creationId xmlns:a16="http://schemas.microsoft.com/office/drawing/2014/main" id="{AD330EF2-0997-CFCE-24A3-D9AC138C4D28}"/>
              </a:ext>
            </a:extLst>
          </p:cNvPr>
          <p:cNvSpPr>
            <a:spLocks noGrp="1"/>
          </p:cNvSpPr>
          <p:nvPr>
            <p:ph type="ftr" sz="quarter" idx="11"/>
          </p:nvPr>
        </p:nvSpPr>
        <p:spPr>
          <a:xfrm>
            <a:off x="1066800" y="6035040"/>
            <a:ext cx="9216292" cy="365760"/>
          </a:xfrm>
        </p:spPr>
        <p:txBody>
          <a:bodyPr/>
          <a:lstStyle/>
          <a:p>
            <a:r>
              <a:rPr lang="en-US">
                <a:latin typeface="Calibri"/>
                <a:ea typeface="Calibri"/>
                <a:cs typeface="Calibri"/>
              </a:rPr>
              <a:t>Presenter: Nandana Harikumar                                                                                   Sources [2,3]</a:t>
            </a:r>
            <a:endParaRPr lang="en-US"/>
          </a:p>
        </p:txBody>
      </p:sp>
    </p:spTree>
    <p:extLst>
      <p:ext uri="{BB962C8B-B14F-4D97-AF65-F5344CB8AC3E}">
        <p14:creationId xmlns:p14="http://schemas.microsoft.com/office/powerpoint/2010/main" val="2721508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6FA-CF80-474C-2D34-3DF7A59F1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5890A-3238-B558-DFC5-4FA648EEF2B9}"/>
              </a:ext>
            </a:extLst>
          </p:cNvPr>
          <p:cNvSpPr>
            <a:spLocks noGrp="1"/>
          </p:cNvSpPr>
          <p:nvPr>
            <p:ph type="title"/>
          </p:nvPr>
        </p:nvSpPr>
        <p:spPr>
          <a:xfrm>
            <a:off x="1066800" y="642594"/>
            <a:ext cx="10058400" cy="1371600"/>
          </a:xfrm>
        </p:spPr>
        <p:txBody>
          <a:bodyPr>
            <a:normAutofit fontScale="90000"/>
          </a:bodyPr>
          <a:lstStyle/>
          <a:p>
            <a:r>
              <a:rPr lang="en-US">
                <a:latin typeface="Calibri"/>
                <a:ea typeface="Calibri"/>
                <a:cs typeface="Calibri"/>
              </a:rPr>
              <a:t>The Gap: What Happens When You Combine These Two Threads</a:t>
            </a:r>
            <a:endParaRPr lang="en-US"/>
          </a:p>
        </p:txBody>
      </p:sp>
      <p:sp>
        <p:nvSpPr>
          <p:cNvPr id="4" name="Content Placeholder 3">
            <a:extLst>
              <a:ext uri="{FF2B5EF4-FFF2-40B4-BE49-F238E27FC236}">
                <a16:creationId xmlns:a16="http://schemas.microsoft.com/office/drawing/2014/main" id="{48738674-3689-23C9-1149-6B7B68A795F7}"/>
              </a:ext>
            </a:extLst>
          </p:cNvPr>
          <p:cNvSpPr>
            <a:spLocks noGrp="1"/>
          </p:cNvSpPr>
          <p:nvPr>
            <p:ph sz="half" idx="2"/>
          </p:nvPr>
        </p:nvSpPr>
        <p:spPr>
          <a:xfrm>
            <a:off x="1069848" y="2196550"/>
            <a:ext cx="9227741" cy="3945362"/>
          </a:xfrm>
        </p:spPr>
        <p:txBody>
          <a:bodyPr vert="horz" lIns="91440" tIns="45720" rIns="91440" bIns="45720" rtlCol="0" anchor="t">
            <a:normAutofit/>
          </a:bodyPr>
          <a:lstStyle/>
          <a:p>
            <a:pPr>
              <a:buClr>
                <a:srgbClr val="262626"/>
              </a:buClr>
            </a:pPr>
            <a:r>
              <a:rPr lang="en-US" b="1">
                <a:latin typeface="Calibri"/>
                <a:ea typeface="Calibri"/>
                <a:cs typeface="Calibri"/>
              </a:rPr>
              <a:t>The Universal Trigger :</a:t>
            </a:r>
            <a:r>
              <a:rPr lang="en-US">
                <a:latin typeface="Calibri"/>
                <a:ea typeface="Calibri"/>
                <a:cs typeface="Calibri"/>
              </a:rPr>
              <a:t> Unlike targeted paging, PWS uses the fixed identifier </a:t>
            </a:r>
            <a:r>
              <a:rPr lang="en-US" b="1">
                <a:latin typeface="Calibri"/>
                <a:ea typeface="Calibri"/>
                <a:cs typeface="Calibri"/>
              </a:rPr>
              <a:t>0xFFFE</a:t>
            </a:r>
            <a:r>
              <a:rPr lang="en-US">
                <a:latin typeface="Calibri"/>
                <a:ea typeface="Calibri"/>
                <a:cs typeface="Calibri"/>
              </a:rPr>
              <a:t>. This forces </a:t>
            </a:r>
            <a:r>
              <a:rPr lang="en-US" b="1">
                <a:latin typeface="Calibri"/>
                <a:ea typeface="Calibri"/>
                <a:cs typeface="Calibri"/>
              </a:rPr>
              <a:t>every</a:t>
            </a:r>
            <a:r>
              <a:rPr lang="en-US">
                <a:latin typeface="Calibri"/>
                <a:ea typeface="Calibri"/>
                <a:cs typeface="Calibri"/>
              </a:rPr>
              <a:t> idle device in the cell to process the alert simultaneously, regardless of individual sleep cycles.</a:t>
            </a:r>
            <a:endParaRPr lang="en-US">
              <a:ea typeface="Calibri" panose="020F0502020204030204" pitchFamily="34" charset="0"/>
              <a:cs typeface="Calibri" panose="020F0502020204030204" pitchFamily="34" charset="0"/>
            </a:endParaRPr>
          </a:p>
          <a:p>
            <a:pPr>
              <a:buClr>
                <a:srgbClr val="262626"/>
              </a:buClr>
            </a:pPr>
            <a:r>
              <a:rPr lang="en-US" b="1">
                <a:latin typeface="Calibri"/>
                <a:ea typeface="Calibri"/>
                <a:cs typeface="Calibri"/>
              </a:rPr>
              <a:t>Mandatory State Transition:</a:t>
            </a:r>
            <a:r>
              <a:rPr lang="en-US">
                <a:latin typeface="Calibri"/>
                <a:ea typeface="Calibri"/>
                <a:cs typeface="Calibri"/>
              </a:rPr>
              <a:t> To display the notification, the protocol mandates a transition from  </a:t>
            </a:r>
            <a:r>
              <a:rPr lang="en-US" b="1" err="1">
                <a:latin typeface="Calibri"/>
                <a:ea typeface="Calibri"/>
                <a:cs typeface="Calibri"/>
              </a:rPr>
              <a:t>RRC_Idle</a:t>
            </a:r>
            <a:r>
              <a:rPr lang="en-US">
                <a:latin typeface="Calibri"/>
                <a:ea typeface="Calibri"/>
                <a:cs typeface="Calibri"/>
              </a:rPr>
              <a:t> toward </a:t>
            </a:r>
            <a:r>
              <a:rPr lang="en-US" b="1" err="1">
                <a:latin typeface="Calibri"/>
                <a:ea typeface="Calibri"/>
                <a:cs typeface="Calibri"/>
              </a:rPr>
              <a:t>RRC_Connected</a:t>
            </a:r>
            <a:r>
              <a:rPr lang="en-US" b="1">
                <a:latin typeface="Calibri"/>
                <a:ea typeface="Calibri"/>
                <a:cs typeface="Calibri"/>
              </a:rPr>
              <a:t> </a:t>
            </a:r>
            <a:endParaRPr lang="en-US">
              <a:ea typeface="Calibri"/>
              <a:cs typeface="Calibri"/>
            </a:endParaRPr>
          </a:p>
          <a:p>
            <a:pPr>
              <a:buClr>
                <a:srgbClr val="262626"/>
              </a:buClr>
            </a:pPr>
            <a:r>
              <a:rPr lang="en-US" b="1">
                <a:latin typeface="Calibri"/>
                <a:ea typeface="Calibri"/>
                <a:cs typeface="Calibri"/>
              </a:rPr>
              <a:t>The Physical Leak (PRACH):</a:t>
            </a:r>
            <a:r>
              <a:rPr lang="en-US">
                <a:latin typeface="Calibri"/>
                <a:ea typeface="Calibri"/>
                <a:cs typeface="Calibri"/>
              </a:rPr>
              <a:t> This transition triggers a </a:t>
            </a:r>
            <a:r>
              <a:rPr lang="en-US" b="1">
                <a:latin typeface="Calibri"/>
                <a:ea typeface="Calibri"/>
                <a:cs typeface="Calibri"/>
              </a:rPr>
              <a:t>PRACH preamble - </a:t>
            </a:r>
            <a:r>
              <a:rPr lang="en-US">
                <a:latin typeface="Calibri"/>
                <a:ea typeface="Calibri"/>
                <a:cs typeface="Calibri"/>
              </a:rPr>
              <a:t>a raw, unencrypted radio "knock" on the uplink. It is a physical event observable by any passive receiver in range.</a:t>
            </a:r>
            <a:endParaRPr lang="en-US">
              <a:ea typeface="Calibri"/>
              <a:cs typeface="Calibri"/>
            </a:endParaRPr>
          </a:p>
          <a:p>
            <a:pPr>
              <a:buClr>
                <a:srgbClr val="262626"/>
              </a:buClr>
            </a:pPr>
            <a:r>
              <a:rPr lang="en-US" b="1">
                <a:latin typeface="Calibri"/>
                <a:ea typeface="Calibri"/>
                <a:cs typeface="Calibri"/>
              </a:rPr>
              <a:t>Zero-Knowledge Detection:</a:t>
            </a:r>
            <a:r>
              <a:rPr lang="en-US">
                <a:latin typeface="Calibri"/>
                <a:ea typeface="Calibri"/>
                <a:cs typeface="Calibri"/>
              </a:rPr>
              <a:t> By observing the </a:t>
            </a:r>
            <a:r>
              <a:rPr lang="en-US" b="1">
                <a:latin typeface="Calibri"/>
                <a:ea typeface="Calibri"/>
                <a:cs typeface="Calibri"/>
              </a:rPr>
              <a:t>synchronized burst of uplink energy</a:t>
            </a:r>
            <a:r>
              <a:rPr lang="en-US">
                <a:latin typeface="Calibri"/>
                <a:ea typeface="Calibri"/>
                <a:cs typeface="Calibri"/>
              </a:rPr>
              <a:t>, they confirm mass device presence in a specific geographic area.</a:t>
            </a:r>
            <a:endParaRPr lang="en-US"/>
          </a:p>
          <a:p>
            <a:pPr>
              <a:buClr>
                <a:srgbClr val="262626"/>
              </a:buClr>
            </a:pPr>
            <a:endParaRPr lang="en-US" sz="1600">
              <a:ea typeface="Calibri"/>
              <a:cs typeface="Calibri"/>
            </a:endParaRPr>
          </a:p>
          <a:p>
            <a:pPr>
              <a:buClr>
                <a:srgbClr val="262626"/>
              </a:buClr>
            </a:pPr>
            <a:endParaRPr lang="en-US" sz="1600">
              <a:latin typeface="Calibri"/>
              <a:ea typeface="Calibri"/>
              <a:cs typeface="Calibri"/>
            </a:endParaRPr>
          </a:p>
        </p:txBody>
      </p:sp>
      <p:sp>
        <p:nvSpPr>
          <p:cNvPr id="19" name="Slide Number Placeholder 8">
            <a:extLst>
              <a:ext uri="{FF2B5EF4-FFF2-40B4-BE49-F238E27FC236}">
                <a16:creationId xmlns:a16="http://schemas.microsoft.com/office/drawing/2014/main" id="{87DE30DD-5040-7950-EE2E-60ACF9869D24}"/>
              </a:ext>
            </a:extLst>
          </p:cNvPr>
          <p:cNvSpPr>
            <a:spLocks noGrp="1"/>
          </p:cNvSpPr>
          <p:nvPr>
            <p:ph type="sldNum" sz="quarter" idx="12"/>
          </p:nvPr>
        </p:nvSpPr>
        <p:spPr>
          <a:xfrm>
            <a:off x="10287000" y="6035040"/>
            <a:ext cx="838200" cy="365760"/>
          </a:xfrm>
        </p:spPr>
        <p:txBody>
          <a:bodyPr/>
          <a:lstStyle/>
          <a:p>
            <a:fld id="{294A09A9-5501-47C1-A89A-A340965A2BE2}" type="slidenum">
              <a:rPr lang="en-US" smtClean="0"/>
              <a:pPr/>
              <a:t>6</a:t>
            </a:fld>
            <a:endParaRPr lang="en-US"/>
          </a:p>
        </p:txBody>
      </p:sp>
      <p:sp>
        <p:nvSpPr>
          <p:cNvPr id="5" name="Footer Placeholder 7">
            <a:extLst>
              <a:ext uri="{FF2B5EF4-FFF2-40B4-BE49-F238E27FC236}">
                <a16:creationId xmlns:a16="http://schemas.microsoft.com/office/drawing/2014/main" id="{628DF2B8-A4A4-09FF-EA01-5169FE95AD94}"/>
              </a:ext>
            </a:extLst>
          </p:cNvPr>
          <p:cNvSpPr>
            <a:spLocks noGrp="1"/>
          </p:cNvSpPr>
          <p:nvPr>
            <p:ph type="ftr" sz="quarter" idx="11"/>
          </p:nvPr>
        </p:nvSpPr>
        <p:spPr>
          <a:xfrm>
            <a:off x="1066800" y="6035040"/>
            <a:ext cx="9216292" cy="365760"/>
          </a:xfrm>
        </p:spPr>
        <p:txBody>
          <a:bodyPr/>
          <a:lstStyle/>
          <a:p>
            <a:r>
              <a:rPr lang="en-US">
                <a:latin typeface="Calibri"/>
                <a:ea typeface="Calibri"/>
                <a:cs typeface="Calibri"/>
              </a:rPr>
              <a:t>Presenter: Nandana Harikumar                                                                                   Sources [1,2,3]</a:t>
            </a:r>
            <a:endParaRPr lang="en-US"/>
          </a:p>
        </p:txBody>
      </p:sp>
    </p:spTree>
    <p:extLst>
      <p:ext uri="{BB962C8B-B14F-4D97-AF65-F5344CB8AC3E}">
        <p14:creationId xmlns:p14="http://schemas.microsoft.com/office/powerpoint/2010/main" val="3026808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72545-033C-CE07-7BE1-F325DF6B1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63BA2A-68CB-EE4B-6131-E366AB53CB99}"/>
              </a:ext>
            </a:extLst>
          </p:cNvPr>
          <p:cNvSpPr>
            <a:spLocks noGrp="1"/>
          </p:cNvSpPr>
          <p:nvPr>
            <p:ph type="title"/>
          </p:nvPr>
        </p:nvSpPr>
        <p:spPr>
          <a:xfrm>
            <a:off x="1066800" y="508124"/>
            <a:ext cx="10058400" cy="1371600"/>
          </a:xfrm>
        </p:spPr>
        <p:txBody>
          <a:bodyPr>
            <a:normAutofit/>
          </a:bodyPr>
          <a:lstStyle/>
          <a:p>
            <a:r>
              <a:rPr lang="en-US" sz="4400">
                <a:latin typeface="Calibri"/>
                <a:ea typeface="Calibri"/>
                <a:cs typeface="Calibri"/>
              </a:rPr>
              <a:t>LOGIC CHAIN</a:t>
            </a:r>
            <a:endParaRPr lang="en-US" sz="4400">
              <a:ea typeface="Calibri"/>
              <a:cs typeface="Calibri"/>
            </a:endParaRPr>
          </a:p>
        </p:txBody>
      </p:sp>
      <p:sp>
        <p:nvSpPr>
          <p:cNvPr id="4" name="Content Placeholder 3">
            <a:extLst>
              <a:ext uri="{FF2B5EF4-FFF2-40B4-BE49-F238E27FC236}">
                <a16:creationId xmlns:a16="http://schemas.microsoft.com/office/drawing/2014/main" id="{1E4DAE6F-6BB7-BC2A-6867-B80259CBEA1D}"/>
              </a:ext>
            </a:extLst>
          </p:cNvPr>
          <p:cNvSpPr>
            <a:spLocks noGrp="1"/>
          </p:cNvSpPr>
          <p:nvPr>
            <p:ph sz="half" idx="2"/>
          </p:nvPr>
        </p:nvSpPr>
        <p:spPr>
          <a:xfrm>
            <a:off x="1069848" y="1723031"/>
            <a:ext cx="9216536" cy="4315156"/>
          </a:xfrm>
        </p:spPr>
        <p:txBody>
          <a:bodyPr vert="horz" lIns="91440" tIns="45720" rIns="91440" bIns="45720" rtlCol="0" anchor="t">
            <a:normAutofit/>
          </a:bodyPr>
          <a:lstStyle/>
          <a:p>
            <a:pPr>
              <a:buClr>
                <a:srgbClr val="262626"/>
              </a:buClr>
            </a:pPr>
            <a:r>
              <a:rPr lang="en-US">
                <a:solidFill>
                  <a:schemeClr val="tx1">
                    <a:lumMod val="85000"/>
                    <a:lumOff val="15000"/>
                  </a:schemeClr>
                </a:solidFill>
                <a:latin typeface="Calibri"/>
                <a:ea typeface="Calibri"/>
                <a:cs typeface="Calibri"/>
              </a:rPr>
              <a:t>5G PWS spoofing is practical and forces mandatory </a:t>
            </a:r>
            <a:r>
              <a:rPr lang="en-US">
                <a:solidFill>
                  <a:srgbClr val="000000"/>
                </a:solidFill>
                <a:latin typeface="Calibri"/>
                <a:ea typeface="Calibri"/>
                <a:cs typeface="Calibri"/>
              </a:rPr>
              <a:t>from  </a:t>
            </a:r>
            <a:r>
              <a:rPr lang="en-US" err="1">
                <a:solidFill>
                  <a:srgbClr val="000000"/>
                </a:solidFill>
                <a:latin typeface="Calibri"/>
                <a:ea typeface="Calibri"/>
                <a:cs typeface="Calibri"/>
              </a:rPr>
              <a:t>RRC_Idle</a:t>
            </a:r>
            <a:r>
              <a:rPr lang="en-US">
                <a:solidFill>
                  <a:srgbClr val="000000"/>
                </a:solidFill>
                <a:latin typeface="Calibri"/>
                <a:ea typeface="Calibri"/>
                <a:cs typeface="Calibri"/>
              </a:rPr>
              <a:t> toward </a:t>
            </a:r>
            <a:r>
              <a:rPr lang="en-US" err="1">
                <a:solidFill>
                  <a:srgbClr val="000000"/>
                </a:solidFill>
                <a:latin typeface="Calibri"/>
                <a:ea typeface="Calibri"/>
                <a:cs typeface="Calibri"/>
              </a:rPr>
              <a:t>RRC_Connected</a:t>
            </a:r>
            <a:r>
              <a:rPr lang="en-US">
                <a:solidFill>
                  <a:srgbClr val="000000"/>
                </a:solidFill>
                <a:latin typeface="Calibri"/>
                <a:ea typeface="Calibri"/>
                <a:cs typeface="Calibri"/>
              </a:rPr>
              <a:t> </a:t>
            </a:r>
            <a:r>
              <a:rPr lang="en-US">
                <a:solidFill>
                  <a:schemeClr val="tx1">
                    <a:lumMod val="85000"/>
                    <a:lumOff val="15000"/>
                  </a:schemeClr>
                </a:solidFill>
                <a:latin typeface="Calibri"/>
                <a:ea typeface="Calibri"/>
                <a:cs typeface="Calibri"/>
              </a:rPr>
              <a:t>state transitions (</a:t>
            </a:r>
            <a:r>
              <a:rPr lang="en-US" err="1">
                <a:solidFill>
                  <a:schemeClr val="tx1">
                    <a:lumMod val="85000"/>
                    <a:lumOff val="15000"/>
                  </a:schemeClr>
                </a:solidFill>
                <a:latin typeface="Calibri"/>
                <a:ea typeface="Calibri"/>
                <a:cs typeface="Calibri"/>
              </a:rPr>
              <a:t>Bitsikas</a:t>
            </a:r>
            <a:r>
              <a:rPr lang="en-US">
                <a:solidFill>
                  <a:schemeClr val="tx1">
                    <a:lumMod val="85000"/>
                    <a:lumOff val="15000"/>
                  </a:schemeClr>
                </a:solidFill>
                <a:latin typeface="Calibri"/>
                <a:ea typeface="Calibri"/>
                <a:cs typeface="Calibri"/>
              </a:rPr>
              <a:t> et al., 3GPP).</a:t>
            </a:r>
            <a:endParaRPr lang="en-US">
              <a:solidFill>
                <a:schemeClr val="tx1">
                  <a:lumMod val="85000"/>
                  <a:lumOff val="15000"/>
                </a:schemeClr>
              </a:solidFill>
            </a:endParaRPr>
          </a:p>
          <a:p>
            <a:pPr>
              <a:buClr>
                <a:srgbClr val="262626"/>
              </a:buClr>
            </a:pPr>
            <a:r>
              <a:rPr lang="en-US">
                <a:solidFill>
                  <a:schemeClr val="tx1">
                    <a:lumMod val="85000"/>
                    <a:lumOff val="15000"/>
                  </a:schemeClr>
                </a:solidFill>
                <a:latin typeface="Calibri"/>
                <a:ea typeface="Calibri"/>
                <a:cs typeface="Calibri"/>
              </a:rPr>
              <a:t>Physical uplink transmissions (PRACH) are established, measurable side-channels for localization (Hussain et al.).</a:t>
            </a:r>
            <a:endParaRPr lang="en-US">
              <a:solidFill>
                <a:schemeClr val="tx1">
                  <a:lumMod val="85000"/>
                  <a:lumOff val="15000"/>
                </a:schemeClr>
              </a:solidFill>
            </a:endParaRPr>
          </a:p>
          <a:p>
            <a:pPr>
              <a:buClr>
                <a:srgbClr val="262626"/>
              </a:buClr>
            </a:pPr>
            <a:r>
              <a:rPr lang="en-US">
                <a:solidFill>
                  <a:schemeClr val="tx1">
                    <a:lumMod val="85000"/>
                    <a:lumOff val="15000"/>
                  </a:schemeClr>
                </a:solidFill>
                <a:latin typeface="Calibri"/>
                <a:ea typeface="Calibri"/>
                <a:cs typeface="Calibri"/>
              </a:rPr>
              <a:t>By spoofing System Information (SIB1), an attacker dictates the exact Uplink Frequency and Response Timing for the target cell.</a:t>
            </a:r>
            <a:endParaRPr lang="en-US">
              <a:solidFill>
                <a:schemeClr val="tx1">
                  <a:lumMod val="85000"/>
                  <a:lumOff val="15000"/>
                </a:schemeClr>
              </a:solidFill>
            </a:endParaRPr>
          </a:p>
          <a:p>
            <a:pPr>
              <a:buClr>
                <a:srgbClr val="262626"/>
              </a:buClr>
            </a:pPr>
            <a:r>
              <a:rPr lang="en-US" b="1">
                <a:solidFill>
                  <a:schemeClr val="tx1">
                    <a:lumMod val="85000"/>
                    <a:lumOff val="15000"/>
                  </a:schemeClr>
                </a:solidFill>
                <a:latin typeface="Calibri"/>
                <a:ea typeface="Calibri"/>
                <a:cs typeface="Calibri"/>
              </a:rPr>
              <a:t>The Hypothesis</a:t>
            </a:r>
            <a:r>
              <a:rPr lang="en-US">
                <a:solidFill>
                  <a:schemeClr val="tx1">
                    <a:lumMod val="85000"/>
                    <a:lumOff val="15000"/>
                  </a:schemeClr>
                </a:solidFill>
                <a:latin typeface="Calibri"/>
                <a:ea typeface="Calibri"/>
                <a:cs typeface="Calibri"/>
              </a:rPr>
              <a:t>: A spoofed PWS alert acts as a Bulk Surveillance Primitive, forcing all "silent" devices to simultaneously reveal their presence.</a:t>
            </a:r>
            <a:endParaRPr lang="en-US">
              <a:solidFill>
                <a:schemeClr val="tx1">
                  <a:lumMod val="85000"/>
                  <a:lumOff val="15000"/>
                </a:schemeClr>
              </a:solidFill>
              <a:ea typeface="Calibri"/>
              <a:cs typeface="Calibri"/>
            </a:endParaRPr>
          </a:p>
          <a:p>
            <a:pPr>
              <a:buClr>
                <a:srgbClr val="262626"/>
              </a:buClr>
            </a:pPr>
            <a:r>
              <a:rPr lang="en-US" b="1">
                <a:solidFill>
                  <a:schemeClr val="tx1">
                    <a:lumMod val="85000"/>
                    <a:lumOff val="15000"/>
                  </a:schemeClr>
                </a:solidFill>
                <a:latin typeface="Calibri"/>
                <a:ea typeface="Calibri"/>
                <a:cs typeface="Calibri"/>
              </a:rPr>
              <a:t>RESEARCH QUESTIONS: </a:t>
            </a:r>
          </a:p>
          <a:p>
            <a:pPr lvl="1">
              <a:buClr>
                <a:srgbClr val="262626"/>
              </a:buClr>
              <a:buFont typeface="Courier New" pitchFamily="18" charset="0"/>
              <a:buChar char="o"/>
            </a:pPr>
            <a:r>
              <a:rPr lang="en-US" sz="1800">
                <a:solidFill>
                  <a:schemeClr val="tx1">
                    <a:lumMod val="85000"/>
                    <a:lumOff val="15000"/>
                  </a:schemeClr>
                </a:solidFill>
                <a:latin typeface="Calibri"/>
                <a:ea typeface="Calibri"/>
                <a:cs typeface="Calibri"/>
              </a:rPr>
              <a:t>Does the 3GPP PWS architecture structurally guarantee a mandatory uplink leak from compliant UEs?</a:t>
            </a:r>
          </a:p>
          <a:p>
            <a:pPr lvl="1">
              <a:buClr>
                <a:srgbClr val="262626"/>
              </a:buClr>
              <a:buFont typeface="Courier New" pitchFamily="18" charset="0"/>
              <a:buChar char="o"/>
            </a:pPr>
            <a:r>
              <a:rPr lang="en-US" sz="1800">
                <a:solidFill>
                  <a:schemeClr val="tx1">
                    <a:lumMod val="85000"/>
                    <a:lumOff val="15000"/>
                  </a:schemeClr>
                </a:solidFill>
                <a:latin typeface="Calibri"/>
                <a:ea typeface="Calibri"/>
                <a:cs typeface="Calibri"/>
              </a:rPr>
              <a:t>Can an eavesdropper verify mass presence with zero-knowledge of device identities or phone numbers?</a:t>
            </a:r>
            <a:endParaRPr lang="en-US" sz="1800">
              <a:solidFill>
                <a:schemeClr val="tx1">
                  <a:lumMod val="85000"/>
                  <a:lumOff val="15000"/>
                </a:schemeClr>
              </a:solidFill>
              <a:ea typeface="Calibri"/>
              <a:cs typeface="Calibri"/>
            </a:endParaRPr>
          </a:p>
          <a:p>
            <a:pPr>
              <a:buClr>
                <a:srgbClr val="262626"/>
              </a:buClr>
            </a:pPr>
            <a:endParaRPr lang="en-US">
              <a:solidFill>
                <a:schemeClr val="tx1">
                  <a:lumMod val="85000"/>
                  <a:lumOff val="15000"/>
                </a:schemeClr>
              </a:solidFill>
              <a:latin typeface="Calibri"/>
              <a:ea typeface="Calibri"/>
              <a:cs typeface="Calibri"/>
            </a:endParaRPr>
          </a:p>
          <a:p>
            <a:pPr>
              <a:buClr>
                <a:srgbClr val="262626"/>
              </a:buClr>
            </a:pPr>
            <a:endParaRPr lang="en-US">
              <a:solidFill>
                <a:srgbClr val="262626"/>
              </a:solidFill>
              <a:ea typeface="Calibri" panose="020F0502020204030204" pitchFamily="34" charset="0"/>
              <a:cs typeface="Calibri" panose="020F0502020204030204" pitchFamily="34" charset="0"/>
            </a:endParaRPr>
          </a:p>
          <a:p>
            <a:pPr>
              <a:buClr>
                <a:srgbClr val="262626"/>
              </a:buClr>
            </a:pPr>
            <a:endParaRPr lang="en-US">
              <a:solidFill>
                <a:srgbClr val="262626"/>
              </a:solidFill>
              <a:ea typeface="Calibri" panose="020F0502020204030204" pitchFamily="34" charset="0"/>
              <a:cs typeface="Calibri" panose="020F0502020204030204" pitchFamily="34" charset="0"/>
            </a:endParaRPr>
          </a:p>
          <a:p>
            <a:pPr>
              <a:buClr>
                <a:srgbClr val="262626"/>
              </a:buClr>
            </a:pPr>
            <a:endParaRPr lang="en-US">
              <a:solidFill>
                <a:srgbClr val="262626"/>
              </a:solidFill>
              <a:ea typeface="Calibri" panose="020F0502020204030204" pitchFamily="34" charset="0"/>
              <a:cs typeface="Calibri" panose="020F0502020204030204" pitchFamily="34" charset="0"/>
            </a:endParaRPr>
          </a:p>
          <a:p>
            <a:pPr marL="285750" indent="-285750">
              <a:buClr>
                <a:srgbClr val="262626"/>
              </a:buClr>
            </a:pPr>
            <a:endParaRPr lang="en-US">
              <a:ea typeface="Calibri" panose="020F0502020204030204" pitchFamily="34" charset="0"/>
              <a:cs typeface="Calibri" panose="020F0502020204030204" pitchFamily="34" charset="0"/>
            </a:endParaRPr>
          </a:p>
          <a:p>
            <a:pPr marL="285750" indent="-285750">
              <a:lnSpc>
                <a:spcPct val="150000"/>
              </a:lnSpc>
              <a:buClr>
                <a:prstClr val="black">
                  <a:lumMod val="85000"/>
                  <a:lumOff val="15000"/>
                </a:prstClr>
              </a:buClr>
            </a:pPr>
            <a:endParaRPr lang="en-US" b="1">
              <a:ea typeface="Calibri" panose="020F0502020204030204" pitchFamily="34" charset="0"/>
              <a:cs typeface="Calibri" panose="020F0502020204030204" pitchFamily="34" charset="0"/>
            </a:endParaRPr>
          </a:p>
          <a:p>
            <a:pPr marL="285750" indent="-285750">
              <a:lnSpc>
                <a:spcPct val="150000"/>
              </a:lnSpc>
              <a:buClr>
                <a:srgbClr val="262626"/>
              </a:buClr>
            </a:pPr>
            <a:endParaRPr lang="en-US">
              <a:ea typeface="Calibri" panose="020F0502020204030204" pitchFamily="34" charset="0"/>
              <a:cs typeface="Calibri" panose="020F0502020204030204" pitchFamily="34" charset="0"/>
            </a:endParaRPr>
          </a:p>
          <a:p>
            <a:pPr marL="285750" indent="-285750">
              <a:lnSpc>
                <a:spcPct val="150000"/>
              </a:lnSpc>
            </a:pPr>
            <a:endParaRPr lang="en-US">
              <a:ea typeface="Calibri" panose="020F0502020204030204" pitchFamily="34" charset="0"/>
              <a:cs typeface="Calibri" panose="020F0502020204030204" pitchFamily="34" charset="0"/>
            </a:endParaRPr>
          </a:p>
          <a:p>
            <a:pPr marL="285750" indent="-285750">
              <a:lnSpc>
                <a:spcPct val="150000"/>
              </a:lnSpc>
            </a:pPr>
            <a:endParaRPr lang="en-US">
              <a:ea typeface="Calibri" panose="020F0502020204030204" pitchFamily="34" charset="0"/>
              <a:cs typeface="Calibri" panose="020F0502020204030204" pitchFamily="34" charset="0"/>
            </a:endParaRPr>
          </a:p>
        </p:txBody>
      </p:sp>
      <p:sp>
        <p:nvSpPr>
          <p:cNvPr id="19" name="Slide Number Placeholder 8">
            <a:extLst>
              <a:ext uri="{FF2B5EF4-FFF2-40B4-BE49-F238E27FC236}">
                <a16:creationId xmlns:a16="http://schemas.microsoft.com/office/drawing/2014/main" id="{33620E1B-0038-248A-F6DD-146A8F4071A4}"/>
              </a:ext>
            </a:extLst>
          </p:cNvPr>
          <p:cNvSpPr>
            <a:spLocks noGrp="1"/>
          </p:cNvSpPr>
          <p:nvPr>
            <p:ph type="sldNum" sz="quarter" idx="12"/>
          </p:nvPr>
        </p:nvSpPr>
        <p:spPr>
          <a:xfrm>
            <a:off x="10287000" y="6035040"/>
            <a:ext cx="838200" cy="365760"/>
          </a:xfrm>
        </p:spPr>
        <p:txBody>
          <a:bodyPr/>
          <a:lstStyle/>
          <a:p>
            <a:fld id="{294A09A9-5501-47C1-A89A-A340965A2BE2}" type="slidenum">
              <a:rPr lang="en-US" smtClean="0"/>
              <a:pPr/>
              <a:t>7</a:t>
            </a:fld>
            <a:endParaRPr lang="en-US"/>
          </a:p>
        </p:txBody>
      </p:sp>
      <p:sp>
        <p:nvSpPr>
          <p:cNvPr id="5" name="Footer Placeholder 7">
            <a:extLst>
              <a:ext uri="{FF2B5EF4-FFF2-40B4-BE49-F238E27FC236}">
                <a16:creationId xmlns:a16="http://schemas.microsoft.com/office/drawing/2014/main" id="{88A82816-38D0-4670-9960-9856E54EC74B}"/>
              </a:ext>
            </a:extLst>
          </p:cNvPr>
          <p:cNvSpPr>
            <a:spLocks noGrp="1"/>
          </p:cNvSpPr>
          <p:nvPr>
            <p:ph type="ftr" sz="quarter" idx="11"/>
          </p:nvPr>
        </p:nvSpPr>
        <p:spPr>
          <a:xfrm>
            <a:off x="1066800" y="6035040"/>
            <a:ext cx="9216292" cy="365760"/>
          </a:xfrm>
        </p:spPr>
        <p:txBody>
          <a:bodyPr/>
          <a:lstStyle/>
          <a:p>
            <a:r>
              <a:rPr lang="en-US">
                <a:latin typeface="Calibri"/>
                <a:ea typeface="Calibri"/>
                <a:cs typeface="Calibri"/>
              </a:rPr>
              <a:t>Presenter: Nandana Harikumar                                                                                   Sources [1,2,3]</a:t>
            </a:r>
            <a:endParaRPr lang="en-US"/>
          </a:p>
        </p:txBody>
      </p:sp>
    </p:spTree>
    <p:extLst>
      <p:ext uri="{BB962C8B-B14F-4D97-AF65-F5344CB8AC3E}">
        <p14:creationId xmlns:p14="http://schemas.microsoft.com/office/powerpoint/2010/main" val="3193621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9EE38-8FEF-7EC9-3348-AC60A8F2F6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7F17D0-B130-C8E0-0C7C-3EC1A69C0AE7}"/>
              </a:ext>
            </a:extLst>
          </p:cNvPr>
          <p:cNvSpPr>
            <a:spLocks noGrp="1"/>
          </p:cNvSpPr>
          <p:nvPr>
            <p:ph type="title"/>
          </p:nvPr>
        </p:nvSpPr>
        <p:spPr>
          <a:xfrm>
            <a:off x="1066800" y="545832"/>
            <a:ext cx="10058400" cy="1371600"/>
          </a:xfrm>
        </p:spPr>
        <p:txBody>
          <a:bodyPr/>
          <a:lstStyle/>
          <a:p>
            <a:r>
              <a:rPr lang="en-US">
                <a:latin typeface="Calibri"/>
                <a:ea typeface="Calibri"/>
                <a:cs typeface="Calibri"/>
              </a:rPr>
              <a:t>REFERENCES</a:t>
            </a:r>
            <a:endParaRPr lang="en-US"/>
          </a:p>
        </p:txBody>
      </p:sp>
      <p:sp>
        <p:nvSpPr>
          <p:cNvPr id="4" name="Content Placeholder 3">
            <a:extLst>
              <a:ext uri="{FF2B5EF4-FFF2-40B4-BE49-F238E27FC236}">
                <a16:creationId xmlns:a16="http://schemas.microsoft.com/office/drawing/2014/main" id="{ED37FDE3-6C96-3184-B171-C362488525A5}"/>
              </a:ext>
            </a:extLst>
          </p:cNvPr>
          <p:cNvSpPr>
            <a:spLocks noGrp="1"/>
          </p:cNvSpPr>
          <p:nvPr>
            <p:ph sz="half" idx="2"/>
          </p:nvPr>
        </p:nvSpPr>
        <p:spPr>
          <a:xfrm>
            <a:off x="1066800" y="1773030"/>
            <a:ext cx="9227741" cy="1366286"/>
          </a:xfrm>
        </p:spPr>
        <p:txBody>
          <a:bodyPr vert="horz" lIns="91440" tIns="45720" rIns="91440" bIns="45720" rtlCol="0" anchor="t">
            <a:noAutofit/>
          </a:bodyPr>
          <a:lstStyle/>
          <a:p>
            <a:r>
              <a:rPr lang="en-US">
                <a:latin typeface="Calibri"/>
                <a:ea typeface="Calibri"/>
                <a:cs typeface="Calibri"/>
              </a:rPr>
              <a:t>[1] Jihoon Lee, </a:t>
            </a:r>
            <a:r>
              <a:rPr lang="en-US" err="1">
                <a:latin typeface="Calibri"/>
                <a:ea typeface="Calibri"/>
                <a:cs typeface="Calibri"/>
              </a:rPr>
              <a:t>Gyuhong</a:t>
            </a:r>
            <a:r>
              <a:rPr lang="en-US">
                <a:latin typeface="Calibri"/>
                <a:ea typeface="Calibri"/>
                <a:cs typeface="Calibri"/>
              </a:rPr>
              <a:t> Lee, </a:t>
            </a:r>
            <a:r>
              <a:rPr lang="en-US" err="1">
                <a:latin typeface="Calibri"/>
                <a:ea typeface="Calibri"/>
                <a:cs typeface="Calibri"/>
              </a:rPr>
              <a:t>Jinsung</a:t>
            </a:r>
            <a:r>
              <a:rPr lang="en-US">
                <a:latin typeface="Calibri"/>
                <a:ea typeface="Calibri"/>
                <a:cs typeface="Calibri"/>
              </a:rPr>
              <a:t> Lee, </a:t>
            </a:r>
            <a:r>
              <a:rPr lang="en-US" err="1">
                <a:latin typeface="Calibri"/>
                <a:ea typeface="Calibri"/>
                <a:cs typeface="Calibri"/>
              </a:rPr>
              <a:t>Youngbin</a:t>
            </a:r>
            <a:r>
              <a:rPr lang="en-US">
                <a:latin typeface="Calibri"/>
                <a:ea typeface="Calibri"/>
                <a:cs typeface="Calibri"/>
              </a:rPr>
              <a:t> </a:t>
            </a:r>
            <a:r>
              <a:rPr lang="en-US" err="1">
                <a:latin typeface="Calibri"/>
                <a:ea typeface="Calibri"/>
                <a:cs typeface="Calibri"/>
              </a:rPr>
              <a:t>Im</a:t>
            </a:r>
            <a:r>
              <a:rPr lang="en-US">
                <a:latin typeface="Calibri"/>
                <a:ea typeface="Calibri"/>
                <a:cs typeface="Calibri"/>
              </a:rPr>
              <a:t>, Max Hollingsworth, Eric </a:t>
            </a:r>
            <a:r>
              <a:rPr lang="en-US" err="1">
                <a:latin typeface="Calibri"/>
                <a:ea typeface="Calibri"/>
                <a:cs typeface="Calibri"/>
              </a:rPr>
              <a:t>Wustrow</a:t>
            </a:r>
            <a:r>
              <a:rPr lang="en-US">
                <a:latin typeface="Calibri"/>
                <a:ea typeface="Calibri"/>
                <a:cs typeface="Calibri"/>
              </a:rPr>
              <a:t>, </a:t>
            </a:r>
            <a:r>
              <a:rPr lang="en-US" err="1">
                <a:latin typeface="Calibri"/>
                <a:ea typeface="Calibri"/>
                <a:cs typeface="Calibri"/>
              </a:rPr>
              <a:t>DirkGrunwald</a:t>
            </a:r>
            <a:r>
              <a:rPr lang="en-US">
                <a:latin typeface="Calibri"/>
                <a:ea typeface="Calibri"/>
                <a:cs typeface="Calibri"/>
              </a:rPr>
              <a:t>, and </a:t>
            </a:r>
            <a:r>
              <a:rPr lang="en-US" err="1">
                <a:latin typeface="Calibri"/>
                <a:ea typeface="Calibri"/>
                <a:cs typeface="Calibri"/>
              </a:rPr>
              <a:t>Sangtae</a:t>
            </a:r>
            <a:r>
              <a:rPr lang="en-US">
                <a:latin typeface="Calibri"/>
                <a:ea typeface="Calibri"/>
                <a:cs typeface="Calibri"/>
              </a:rPr>
              <a:t> Ha. 2021. Securing the wireless emergency alerts system. </a:t>
            </a:r>
            <a:r>
              <a:rPr lang="en-US" err="1">
                <a:latin typeface="Calibri"/>
                <a:ea typeface="Calibri"/>
                <a:cs typeface="Calibri"/>
              </a:rPr>
              <a:t>Commun.ACM</a:t>
            </a:r>
            <a:r>
              <a:rPr lang="en-US">
                <a:latin typeface="Calibri"/>
                <a:ea typeface="Calibri"/>
                <a:cs typeface="Calibri"/>
              </a:rPr>
              <a:t> 64, 10 (October 2021), 85–93. https://doi.org/10.1145/3481042</a:t>
            </a:r>
            <a:endParaRPr lang="en-US">
              <a:ea typeface="Calibri"/>
              <a:cs typeface="Calibri"/>
            </a:endParaRPr>
          </a:p>
          <a:p>
            <a:pPr>
              <a:buClr>
                <a:srgbClr val="262626"/>
              </a:buClr>
            </a:pPr>
            <a:r>
              <a:rPr lang="en-US">
                <a:latin typeface="Calibri"/>
                <a:ea typeface="Calibri"/>
                <a:cs typeface="Calibri"/>
              </a:rPr>
              <a:t>[2] Tomasin S, Centenaro M, Seco-Granados G, Roth S, Sezgin A. Location-Privacy Leakage and Integrated Solutions for 5G Cellular Networks and Beyond. Sensors (Basel). 2021 Jul 30;21(15):5176. </a:t>
            </a:r>
            <a:r>
              <a:rPr lang="en-US" err="1">
                <a:latin typeface="Calibri"/>
                <a:ea typeface="Calibri"/>
                <a:cs typeface="Calibri"/>
              </a:rPr>
              <a:t>doi</a:t>
            </a:r>
            <a:r>
              <a:rPr lang="en-US">
                <a:latin typeface="Calibri"/>
                <a:ea typeface="Calibri"/>
                <a:cs typeface="Calibri"/>
              </a:rPr>
              <a:t>: 10.3390/s21155176. PMID: 34372414; PMCID: PMC8348191.</a:t>
            </a:r>
          </a:p>
          <a:p>
            <a:pPr>
              <a:buClr>
                <a:srgbClr val="262626"/>
              </a:buClr>
            </a:pPr>
            <a:r>
              <a:rPr lang="en-US">
                <a:latin typeface="Calibri"/>
                <a:ea typeface="Calibri"/>
                <a:cs typeface="Calibri"/>
              </a:rPr>
              <a:t>[3] Hussain, Syed &amp; Echeverria, </a:t>
            </a:r>
            <a:r>
              <a:rPr lang="en-US" err="1">
                <a:latin typeface="Calibri"/>
                <a:ea typeface="Calibri"/>
                <a:cs typeface="Calibri"/>
              </a:rPr>
              <a:t>Mitziu</a:t>
            </a:r>
            <a:r>
              <a:rPr lang="en-US">
                <a:latin typeface="Calibri"/>
                <a:ea typeface="Calibri"/>
                <a:cs typeface="Calibri"/>
              </a:rPr>
              <a:t> &amp; Chowdhury, Omar &amp; Li, </a:t>
            </a:r>
            <a:r>
              <a:rPr lang="en-US" err="1">
                <a:latin typeface="Calibri"/>
                <a:ea typeface="Calibri"/>
                <a:cs typeface="Calibri"/>
              </a:rPr>
              <a:t>Ninghui</a:t>
            </a:r>
            <a:r>
              <a:rPr lang="en-US">
                <a:latin typeface="Calibri"/>
                <a:ea typeface="Calibri"/>
                <a:cs typeface="Calibri"/>
              </a:rPr>
              <a:t> &amp; Bertino, Elisa. (2019). Privacy Attacks to the 4G and 5G Cellular Paging Protocols Using Side Channel Information. 10.14722/ndss.2019.23442. </a:t>
            </a:r>
            <a:endParaRPr lang="en-US">
              <a:ea typeface="Calibri"/>
              <a:cs typeface="Calibri"/>
            </a:endParaRPr>
          </a:p>
          <a:p>
            <a:pPr>
              <a:buClr>
                <a:srgbClr val="262626"/>
              </a:buClr>
            </a:pPr>
            <a:r>
              <a:rPr lang="en-US">
                <a:latin typeface="Calibri"/>
                <a:ea typeface="Calibri"/>
                <a:cs typeface="Calibri"/>
              </a:rPr>
              <a:t>[4]Evangelos </a:t>
            </a:r>
            <a:r>
              <a:rPr lang="en-US" err="1">
                <a:latin typeface="Calibri"/>
                <a:ea typeface="Calibri"/>
                <a:cs typeface="Calibri"/>
              </a:rPr>
              <a:t>Bitsikas</a:t>
            </a:r>
            <a:r>
              <a:rPr lang="en-US">
                <a:latin typeface="Calibri"/>
                <a:ea typeface="Calibri"/>
                <a:cs typeface="Calibri"/>
              </a:rPr>
              <a:t> and Christina </a:t>
            </a:r>
            <a:r>
              <a:rPr lang="en-US" err="1">
                <a:latin typeface="Calibri"/>
                <a:ea typeface="Calibri"/>
                <a:cs typeface="Calibri"/>
              </a:rPr>
              <a:t>Pöpper</a:t>
            </a:r>
            <a:r>
              <a:rPr lang="en-US">
                <a:latin typeface="Calibri"/>
                <a:ea typeface="Calibri"/>
                <a:cs typeface="Calibri"/>
              </a:rPr>
              <a:t>. 2022. You have been warned: Abusing 5G’sWarning and Emergency Systems. In Proceedings of the 38th Annual Computer </a:t>
            </a:r>
            <a:r>
              <a:rPr lang="en-US" err="1">
                <a:latin typeface="Calibri"/>
                <a:ea typeface="Calibri"/>
                <a:cs typeface="Calibri"/>
              </a:rPr>
              <a:t>SecurityApplications</a:t>
            </a:r>
            <a:r>
              <a:rPr lang="en-US">
                <a:latin typeface="Calibri"/>
                <a:ea typeface="Calibri"/>
                <a:cs typeface="Calibri"/>
              </a:rPr>
              <a:t> Conference (ACSAC '22). Association for Computing Machinery, New York, NY, USA,561–575. https://doi.org/10.1145/3564625.3568000</a:t>
            </a:r>
          </a:p>
          <a:p>
            <a:pPr>
              <a:buClr>
                <a:srgbClr val="262626"/>
              </a:buClr>
            </a:pPr>
            <a:endParaRPr lang="en-US">
              <a:ea typeface="Calibri" panose="020F0502020204030204" pitchFamily="34" charset="0"/>
              <a:cs typeface="Calibri" panose="020F0502020204030204" pitchFamily="34" charset="0"/>
            </a:endParaRPr>
          </a:p>
          <a:p>
            <a:pPr marL="0" indent="0">
              <a:buClr>
                <a:srgbClr val="262626"/>
              </a:buClr>
              <a:buNone/>
            </a:pPr>
            <a:endParaRPr lang="en-US">
              <a:ea typeface="Calibri" panose="020F0502020204030204" pitchFamily="34" charset="0"/>
              <a:cs typeface="Calibri" panose="020F0502020204030204" pitchFamily="34" charset="0"/>
            </a:endParaRPr>
          </a:p>
          <a:p>
            <a:pPr>
              <a:buClr>
                <a:srgbClr val="262626"/>
              </a:buClr>
            </a:pPr>
            <a:endParaRPr lang="en-US">
              <a:ea typeface="Calibri" panose="020F0502020204030204" pitchFamily="34" charset="0"/>
              <a:cs typeface="Calibri" panose="020F0502020204030204" pitchFamily="34" charset="0"/>
            </a:endParaRPr>
          </a:p>
          <a:p>
            <a:pPr>
              <a:buClr>
                <a:prstClr val="black">
                  <a:lumMod val="85000"/>
                  <a:lumOff val="15000"/>
                </a:prstClr>
              </a:buClr>
            </a:pPr>
            <a:endParaRPr lang="en-US">
              <a:ea typeface="Calibri" panose="020F0502020204030204" pitchFamily="34" charset="0"/>
              <a:cs typeface="Calibri" panose="020F0502020204030204" pitchFamily="34" charset="0"/>
            </a:endParaRPr>
          </a:p>
        </p:txBody>
      </p:sp>
      <p:sp>
        <p:nvSpPr>
          <p:cNvPr id="19" name="Slide Number Placeholder 8">
            <a:extLst>
              <a:ext uri="{FF2B5EF4-FFF2-40B4-BE49-F238E27FC236}">
                <a16:creationId xmlns:a16="http://schemas.microsoft.com/office/drawing/2014/main" id="{B37FDD21-BF02-4E66-C644-13E2B00FAB44}"/>
              </a:ext>
            </a:extLst>
          </p:cNvPr>
          <p:cNvSpPr>
            <a:spLocks noGrp="1"/>
          </p:cNvSpPr>
          <p:nvPr>
            <p:ph type="sldNum" sz="quarter" idx="12"/>
          </p:nvPr>
        </p:nvSpPr>
        <p:spPr>
          <a:xfrm>
            <a:off x="10287000" y="6035040"/>
            <a:ext cx="838200" cy="365760"/>
          </a:xfrm>
        </p:spPr>
        <p:txBody>
          <a:bodyPr/>
          <a:lstStyle/>
          <a:p>
            <a:fld id="{294A09A9-5501-47C1-A89A-A340965A2BE2}" type="slidenum">
              <a:rPr lang="en-US" smtClean="0"/>
              <a:pPr/>
              <a:t>8</a:t>
            </a:fld>
            <a:endParaRPr lang="en-US"/>
          </a:p>
        </p:txBody>
      </p:sp>
      <p:sp>
        <p:nvSpPr>
          <p:cNvPr id="5" name="Footer Placeholder 7">
            <a:extLst>
              <a:ext uri="{FF2B5EF4-FFF2-40B4-BE49-F238E27FC236}">
                <a16:creationId xmlns:a16="http://schemas.microsoft.com/office/drawing/2014/main" id="{5227839D-8495-F152-BB12-5D6EC1BB4A7A}"/>
              </a:ext>
            </a:extLst>
          </p:cNvPr>
          <p:cNvSpPr>
            <a:spLocks noGrp="1"/>
          </p:cNvSpPr>
          <p:nvPr>
            <p:ph type="ftr" sz="quarter" idx="11"/>
          </p:nvPr>
        </p:nvSpPr>
        <p:spPr>
          <a:xfrm>
            <a:off x="1066800" y="6035040"/>
            <a:ext cx="9216292" cy="365760"/>
          </a:xfrm>
        </p:spPr>
        <p:txBody>
          <a:bodyPr/>
          <a:lstStyle/>
          <a:p>
            <a:r>
              <a:rPr lang="en-US" sz="2000" b="1">
                <a:latin typeface="Calibri"/>
                <a:ea typeface="Calibri"/>
                <a:cs typeface="Calibri"/>
              </a:rPr>
              <a:t>Disclosure:</a:t>
            </a:r>
            <a:r>
              <a:rPr lang="en-US" sz="2000">
                <a:latin typeface="Calibri"/>
                <a:ea typeface="Calibri"/>
                <a:cs typeface="Calibri"/>
              </a:rPr>
              <a:t> Content was enhanced with AI-assisted editing for technical clarity and flow</a:t>
            </a:r>
          </a:p>
        </p:txBody>
      </p:sp>
    </p:spTree>
    <p:extLst>
      <p:ext uri="{BB962C8B-B14F-4D97-AF65-F5344CB8AC3E}">
        <p14:creationId xmlns:p14="http://schemas.microsoft.com/office/powerpoint/2010/main" val="17642285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Custom 8">
      <a:dk1>
        <a:sysClr val="windowText" lastClr="000000"/>
      </a:dk1>
      <a:lt1>
        <a:sysClr val="window" lastClr="FFFFFF"/>
      </a:lt1>
      <a:dk2>
        <a:srgbClr val="696464"/>
      </a:dk2>
      <a:lt2>
        <a:srgbClr val="E9E5DC"/>
      </a:lt2>
      <a:accent1>
        <a:srgbClr val="96A9A9"/>
      </a:accent1>
      <a:accent2>
        <a:srgbClr val="CB581F"/>
      </a:accent2>
      <a:accent3>
        <a:srgbClr val="A28E6A"/>
      </a:accent3>
      <a:accent4>
        <a:srgbClr val="956251"/>
      </a:accent4>
      <a:accent5>
        <a:srgbClr val="918485"/>
      </a:accent5>
      <a:accent6>
        <a:srgbClr val="855D5D"/>
      </a:accent6>
      <a:hlink>
        <a:srgbClr val="D0690C"/>
      </a:hlink>
      <a:folHlink>
        <a:srgbClr val="9696A0"/>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7085EF-B99E-49B5-8168-B93B76F18C94}">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4D4956A-58D5-480A-BCDA-53092DBAA2E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FCF2BD5-DE13-4F89-A44B-1244AAFA74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_SavonVTI</Template>
  <Application>Microsoft Office PowerPoint</Application>
  <PresentationFormat>Widescreen</PresentationFormat>
  <Slides>8</Slides>
  <Notes>3</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SavonVTI</vt:lpstr>
      <vt:lpstr>PITCH DECK</vt:lpstr>
      <vt:lpstr>INTRODUCTION</vt:lpstr>
      <vt:lpstr>PowerPoint Presentation</vt:lpstr>
      <vt:lpstr>The Known Threat: PWS Spoofing and Suppression</vt:lpstr>
      <vt:lpstr>The Parallel Thread: Side-Channel Localization via Paging</vt:lpstr>
      <vt:lpstr>The Gap: What Happens When You Combine These Two Threads</vt:lpstr>
      <vt:lpstr>LOGIC CHAIN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 DECK</dc:title>
  <dc:creator/>
  <cp:revision>3</cp:revision>
  <dcterms:created xsi:type="dcterms:W3CDTF">2026-03-13T11:12:46Z</dcterms:created>
  <dcterms:modified xsi:type="dcterms:W3CDTF">2026-03-26T14:21:15Z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